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2543" y="250386"/>
            <a:ext cx="2709117" cy="428312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1" y="0"/>
            <a:ext cx="8852338" cy="886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8884045" y="6609806"/>
            <a:ext cx="2618329" cy="253740"/>
            <a:chOff x="5607337" y="6609806"/>
            <a:chExt cx="2618329" cy="253740"/>
          </a:xfrm>
        </p:grpSpPr>
        <p:sp>
          <p:nvSpPr>
            <p:cNvPr id="25" name="TextBox 24"/>
            <p:cNvSpPr txBox="1"/>
            <p:nvPr/>
          </p:nvSpPr>
          <p:spPr>
            <a:xfrm>
              <a:off x="5724660" y="6617325"/>
              <a:ext cx="25010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>
                  <a:solidFill>
                    <a:schemeClr val="bg1">
                      <a:lumMod val="75000"/>
                    </a:schemeClr>
                  </a:solidFill>
                </a:rPr>
                <a:t>Copyright, Confidential, Tata Motors Limited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607337" y="6609806"/>
              <a:ext cx="23916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>
                  <a:solidFill>
                    <a:schemeClr val="bg1">
                      <a:lumMod val="75000"/>
                    </a:schemeClr>
                  </a:solidFill>
                </a:rPr>
                <a:t>c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5672265" y="6674721"/>
              <a:ext cx="120030" cy="131428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</p:grpSp>
      <p:sp>
        <p:nvSpPr>
          <p:cNvPr id="35" name="TextBox 34"/>
          <p:cNvSpPr txBox="1"/>
          <p:nvPr userDrawn="1"/>
        </p:nvSpPr>
        <p:spPr>
          <a:xfrm>
            <a:off x="11788666" y="6499335"/>
            <a:ext cx="3962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BEA8F38-BB1C-462C-967D-43B28FCD5FFC}" type="slidenum">
              <a:rPr lang="en-US" sz="1400" smtClean="0">
                <a:solidFill>
                  <a:schemeClr val="bg1">
                    <a:lumMod val="75000"/>
                  </a:schemeClr>
                </a:solidFill>
              </a:rPr>
              <a:t>‹#›</a:t>
            </a:fld>
            <a:endParaRPr 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9" name="Rectangle 28"/>
          <p:cNvSpPr/>
          <p:nvPr userDrawn="1"/>
        </p:nvSpPr>
        <p:spPr>
          <a:xfrm>
            <a:off x="184632" y="2714154"/>
            <a:ext cx="12007367" cy="3610446"/>
          </a:xfrm>
          <a:prstGeom prst="rect">
            <a:avLst/>
          </a:prstGeom>
          <a:solidFill>
            <a:srgbClr val="0A0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/>
          <p:cNvGrpSpPr/>
          <p:nvPr userDrawn="1"/>
        </p:nvGrpSpPr>
        <p:grpSpPr>
          <a:xfrm>
            <a:off x="0" y="2552866"/>
            <a:ext cx="299568" cy="531494"/>
            <a:chOff x="1768310" y="3468054"/>
            <a:chExt cx="299568" cy="531494"/>
          </a:xfrm>
        </p:grpSpPr>
        <p:sp>
          <p:nvSpPr>
            <p:cNvPr id="32" name="Rectangle 31"/>
            <p:cNvSpPr/>
            <p:nvPr userDrawn="1"/>
          </p:nvSpPr>
          <p:spPr>
            <a:xfrm>
              <a:off x="1768310" y="3468054"/>
              <a:ext cx="299568" cy="161924"/>
            </a:xfrm>
            <a:prstGeom prst="rect">
              <a:avLst/>
            </a:prstGeom>
            <a:solidFill>
              <a:srgbClr val="307F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 userDrawn="1"/>
          </p:nvSpPr>
          <p:spPr>
            <a:xfrm>
              <a:off x="1768310" y="3580448"/>
              <a:ext cx="186220" cy="419100"/>
            </a:xfrm>
            <a:prstGeom prst="rect">
              <a:avLst/>
            </a:prstGeom>
            <a:solidFill>
              <a:srgbClr val="307F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/>
          <p:cNvSpPr/>
          <p:nvPr userDrawn="1"/>
        </p:nvSpPr>
        <p:spPr>
          <a:xfrm>
            <a:off x="184633" y="2714154"/>
            <a:ext cx="114935" cy="370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316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24203" y="899586"/>
            <a:ext cx="11595100" cy="5469316"/>
          </a:xfrm>
          <a:prstGeom prst="rect">
            <a:avLst/>
          </a:prstGeom>
        </p:spPr>
        <p:txBody>
          <a:bodyPr/>
          <a:lstStyle>
            <a:lvl1pPr>
              <a:defRPr>
                <a:latin typeface="Uni Neue Regular" pitchFamily="50" charset="0"/>
              </a:defRPr>
            </a:lvl1pPr>
            <a:lvl2pPr>
              <a:defRPr>
                <a:latin typeface="Uni Neue Regular" pitchFamily="50" charset="0"/>
              </a:defRPr>
            </a:lvl2pPr>
            <a:lvl3pPr>
              <a:defRPr>
                <a:latin typeface="Uni Neue Regular" pitchFamily="50" charset="0"/>
              </a:defRPr>
            </a:lvl3pPr>
            <a:lvl4pPr>
              <a:defRPr>
                <a:latin typeface="Uni Neue Regular" pitchFamily="50" charset="0"/>
              </a:defRPr>
            </a:lvl4pPr>
            <a:lvl5pPr>
              <a:defRPr>
                <a:latin typeface="Uni Neue Regular" pitchFamily="50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EA5E70-6D1C-AE4C-B467-2B7824C7E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03" y="234563"/>
            <a:ext cx="8943445" cy="529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7642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3841D67-34A4-404F-AAD6-4B2432BFE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925033"/>
            <a:ext cx="5420160" cy="5254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98E73F26-A62A-4440-94DA-C854B372771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425476" y="925033"/>
            <a:ext cx="5420160" cy="5254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5349BAF0-C29A-0703-29AC-7F1B6DF1E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03" y="234563"/>
            <a:ext cx="9727872" cy="529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60172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B3088-D88C-4B14-B200-DC2B55A18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216000"/>
            <a:ext cx="9438861" cy="462873"/>
          </a:xfrm>
        </p:spPr>
        <p:txBody>
          <a:bodyPr>
            <a:normAutofit/>
          </a:bodyPr>
          <a:lstStyle>
            <a:lvl1pPr>
              <a:defRPr sz="24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E89581F-0EA2-444E-AFFF-CE36194FD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221567"/>
            <a:ext cx="11438574" cy="4957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3046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28962C-7953-4376-99A9-419872281836}"/>
              </a:ext>
            </a:extLst>
          </p:cNvPr>
          <p:cNvCxnSpPr/>
          <p:nvPr userDrawn="1"/>
        </p:nvCxnSpPr>
        <p:spPr>
          <a:xfrm>
            <a:off x="566671" y="337393"/>
            <a:ext cx="1062507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217958" y="1094704"/>
            <a:ext cx="11747500" cy="50267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418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7591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1693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3139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42929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59487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2385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94202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85972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E89581F-0EA2-444E-AFFF-CE36194FD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221567"/>
            <a:ext cx="11438574" cy="4592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3686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6617526"/>
            <a:ext cx="26981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>
                <a:solidFill>
                  <a:schemeClr val="tx1"/>
                </a:solidFill>
                <a:latin typeface="Calibri" panose="020F0502020204030204" pitchFamily="34" charset="0"/>
              </a:rPr>
              <a:t>© Copyright, Confidential, Tata Motors Limited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5674" y="6489834"/>
            <a:ext cx="515257" cy="365125"/>
          </a:xfrm>
          <a:prstGeom prst="rect">
            <a:avLst/>
          </a:prstGeom>
        </p:spPr>
        <p:txBody>
          <a:bodyPr anchor="b"/>
          <a:lstStyle>
            <a:lvl1pPr algn="ctr">
              <a:defRPr sz="1200" b="1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fld id="{68409969-7CA0-4DC3-8A33-DB447C2D1A2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28962C-7953-4376-99A9-419872281836}"/>
              </a:ext>
            </a:extLst>
          </p:cNvPr>
          <p:cNvCxnSpPr/>
          <p:nvPr userDrawn="1"/>
        </p:nvCxnSpPr>
        <p:spPr>
          <a:xfrm>
            <a:off x="566671" y="337393"/>
            <a:ext cx="1062507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itle 1">
            <a:extLst>
              <a:ext uri="{FF2B5EF4-FFF2-40B4-BE49-F238E27FC236}">
                <a16:creationId xmlns:a16="http://schemas.microsoft.com/office/drawing/2014/main" id="{208322B9-20FA-4997-BA0C-7510A041B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744" y="298064"/>
            <a:ext cx="10515600" cy="53538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rgbClr val="595959"/>
                </a:solidFill>
                <a:latin typeface="+mj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217958" y="1094704"/>
            <a:ext cx="11747500" cy="50267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35729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61489-7211-45C9-9832-8F226D1EBBC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5215-9969-4189-9287-FE49B009C7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905182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253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013"/>
            </a:lvl1pPr>
            <a:lvl2pPr marL="192881" indent="0" algn="ctr">
              <a:buNone/>
              <a:defRPr sz="844"/>
            </a:lvl2pPr>
            <a:lvl3pPr marL="385763" indent="0" algn="ctr">
              <a:buNone/>
              <a:defRPr sz="759"/>
            </a:lvl3pPr>
            <a:lvl4pPr marL="578644" indent="0" algn="ctr">
              <a:buNone/>
              <a:defRPr sz="675"/>
            </a:lvl4pPr>
            <a:lvl5pPr marL="771525" indent="0" algn="ctr">
              <a:buNone/>
              <a:defRPr sz="675"/>
            </a:lvl5pPr>
            <a:lvl6pPr marL="964406" indent="0" algn="ctr">
              <a:buNone/>
              <a:defRPr sz="675"/>
            </a:lvl6pPr>
            <a:lvl7pPr marL="1157288" indent="0" algn="ctr">
              <a:buNone/>
              <a:defRPr sz="675"/>
            </a:lvl7pPr>
            <a:lvl8pPr marL="1350169" indent="0" algn="ctr">
              <a:buNone/>
              <a:defRPr sz="675"/>
            </a:lvl8pPr>
            <a:lvl9pPr marL="1543050" indent="0" algn="ctr">
              <a:buNone/>
              <a:defRPr sz="675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24D3E-F017-41D1-ABEC-BCF30CD6A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720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2543" y="250386"/>
            <a:ext cx="2709117" cy="428312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6B135-63AD-4184-8680-327257B0E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03" y="234563"/>
            <a:ext cx="8632076" cy="529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800696-8CDF-4EF1-AA62-43163FAA6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4834" y="950220"/>
            <a:ext cx="11781925" cy="5413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8884045" y="6609806"/>
            <a:ext cx="2618329" cy="253740"/>
            <a:chOff x="5607337" y="6609806"/>
            <a:chExt cx="2618329" cy="253740"/>
          </a:xfrm>
        </p:grpSpPr>
        <p:sp>
          <p:nvSpPr>
            <p:cNvPr id="12" name="TextBox 11"/>
            <p:cNvSpPr txBox="1"/>
            <p:nvPr/>
          </p:nvSpPr>
          <p:spPr>
            <a:xfrm>
              <a:off x="5724660" y="6617325"/>
              <a:ext cx="25010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>
                  <a:solidFill>
                    <a:schemeClr val="bg1">
                      <a:lumMod val="75000"/>
                    </a:schemeClr>
                  </a:solidFill>
                </a:rPr>
                <a:t>Copyright, Confidential, Tata Motors Limited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607337" y="6609806"/>
              <a:ext cx="23916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dirty="0">
                  <a:solidFill>
                    <a:schemeClr val="bg1">
                      <a:lumMod val="75000"/>
                    </a:schemeClr>
                  </a:solidFill>
                </a:rPr>
                <a:t>c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5672265" y="6674721"/>
              <a:ext cx="120030" cy="131428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/>
            </a:p>
          </p:txBody>
        </p:sp>
      </p:grpSp>
      <p:grpSp>
        <p:nvGrpSpPr>
          <p:cNvPr id="19" name="Group 18"/>
          <p:cNvGrpSpPr/>
          <p:nvPr userDrawn="1"/>
        </p:nvGrpSpPr>
        <p:grpSpPr>
          <a:xfrm>
            <a:off x="-3122" y="-1"/>
            <a:ext cx="337449" cy="614363"/>
            <a:chOff x="-2169" y="-1"/>
            <a:chExt cx="337449" cy="614363"/>
          </a:xfrm>
        </p:grpSpPr>
        <p:sp>
          <p:nvSpPr>
            <p:cNvPr id="20" name="Rectangle 19"/>
            <p:cNvSpPr/>
            <p:nvPr userDrawn="1"/>
          </p:nvSpPr>
          <p:spPr>
            <a:xfrm>
              <a:off x="-2168" y="-1"/>
              <a:ext cx="337448" cy="190501"/>
            </a:xfrm>
            <a:prstGeom prst="rect">
              <a:avLst/>
            </a:prstGeom>
            <a:solidFill>
              <a:srgbClr val="307F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-2169" y="112393"/>
              <a:ext cx="212671" cy="501969"/>
            </a:xfrm>
            <a:prstGeom prst="rect">
              <a:avLst/>
            </a:prstGeom>
            <a:solidFill>
              <a:srgbClr val="307F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15575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5067" b="7694"/>
          <a:stretch/>
        </p:blipFill>
        <p:spPr>
          <a:xfrm>
            <a:off x="-409575" y="865872"/>
            <a:ext cx="12601575" cy="547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69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4856" b="5914"/>
          <a:stretch/>
        </p:blipFill>
        <p:spPr>
          <a:xfrm>
            <a:off x="136492" y="950220"/>
            <a:ext cx="11978607" cy="533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0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5635" t="16585" r="12520" b="7261"/>
          <a:stretch/>
        </p:blipFill>
        <p:spPr>
          <a:xfrm>
            <a:off x="337625" y="984738"/>
            <a:ext cx="11679134" cy="557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596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4664"/>
          <a:stretch/>
        </p:blipFill>
        <p:spPr>
          <a:xfrm>
            <a:off x="234834" y="950220"/>
            <a:ext cx="11495388" cy="551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769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5432"/>
          <a:stretch/>
        </p:blipFill>
        <p:spPr>
          <a:xfrm>
            <a:off x="234834" y="950220"/>
            <a:ext cx="11734067" cy="557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664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4086"/>
          <a:stretch/>
        </p:blipFill>
        <p:spPr>
          <a:xfrm>
            <a:off x="0" y="725445"/>
            <a:ext cx="12137429" cy="586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830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5432"/>
          <a:stretch/>
        </p:blipFill>
        <p:spPr>
          <a:xfrm>
            <a:off x="293932" y="817758"/>
            <a:ext cx="11663728" cy="554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92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4856"/>
          <a:stretch/>
        </p:blipFill>
        <p:spPr>
          <a:xfrm>
            <a:off x="379813" y="862149"/>
            <a:ext cx="11491965" cy="550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762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3894"/>
          <a:stretch/>
        </p:blipFill>
        <p:spPr>
          <a:xfrm>
            <a:off x="224203" y="950220"/>
            <a:ext cx="11567046" cy="559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281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5240"/>
          <a:stretch/>
        </p:blipFill>
        <p:spPr>
          <a:xfrm>
            <a:off x="97868" y="950220"/>
            <a:ext cx="11918891" cy="567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732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4471"/>
          <a:stretch/>
        </p:blipFill>
        <p:spPr>
          <a:xfrm>
            <a:off x="118085" y="950220"/>
            <a:ext cx="12015421" cy="577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650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4856"/>
          <a:stretch/>
        </p:blipFill>
        <p:spPr>
          <a:xfrm>
            <a:off x="234834" y="813596"/>
            <a:ext cx="11593390" cy="554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700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4664"/>
          <a:stretch/>
        </p:blipFill>
        <p:spPr>
          <a:xfrm>
            <a:off x="136359" y="818105"/>
            <a:ext cx="11880400" cy="570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736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932" y="3104372"/>
            <a:ext cx="1731206" cy="529374"/>
          </a:xfrm>
        </p:spPr>
        <p:txBody>
          <a:bodyPr/>
          <a:lstStyle/>
          <a:p>
            <a:r>
              <a:rPr lang="en-IN" dirty="0" smtClean="0"/>
              <a:t>Thank you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5215-9969-4189-9287-FE49B009C77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92629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370</TotalTime>
  <Words>3</Words>
  <Application>Microsoft Office PowerPoint</Application>
  <PresentationFormat>Widescreen</PresentationFormat>
  <Paragraphs>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Segoe UI Light</vt:lpstr>
      <vt:lpstr>Uni Neue Regular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TML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MOHAMMADIQBAL SAYYED [ TMCV, CV Operations, Pune ]</dc:creator>
  <cp:lastModifiedBy>MOHAMMADIQBAL SAYYED [ TMCV, CV Operations, Pune ]</cp:lastModifiedBy>
  <cp:revision>4</cp:revision>
  <dcterms:created xsi:type="dcterms:W3CDTF">2025-11-03T08:38:10Z</dcterms:created>
  <dcterms:modified xsi:type="dcterms:W3CDTF">2025-11-04T09:02:11Z</dcterms:modified>
</cp:coreProperties>
</file>