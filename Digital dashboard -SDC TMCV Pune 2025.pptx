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sldIdLst>
    <p:sldId id="256" r:id="rId5"/>
    <p:sldId id="281" r:id="rId6"/>
    <p:sldId id="279" r:id="rId7"/>
    <p:sldId id="276" r:id="rId8"/>
    <p:sldId id="278" r:id="rId9"/>
    <p:sldId id="277" r:id="rId10"/>
    <p:sldId id="280" r:id="rId11"/>
  </p:sldIdLst>
  <p:sldSz cx="18288000" cy="10287000"/>
  <p:notesSz cx="6858000" cy="9144000"/>
  <p:embeddedFontLst>
    <p:embeddedFont>
      <p:font typeface="Fira Sans" panose="020B0604020202020204" charset="0"/>
      <p:regular r:id="rId12"/>
      <p:bold r:id="rId13"/>
      <p:italic r:id="rId14"/>
      <p:boldItalic r:id="rId15"/>
    </p:embeddedFont>
    <p:embeddedFont>
      <p:font typeface="Fira Sans Semi-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Pristina" panose="03060402040406080204" pitchFamily="66" charset="0"/>
      <p:regular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Segoe UI Light" panose="020B0502040204020203" pitchFamily="34" charset="0"/>
      <p:regular r:id="rId24"/>
      <p: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10.fntdata"/><Relationship Id="rId7" Type="http://schemas.openxmlformats.org/officeDocument/2006/relationships/slide" Target="slides/slide3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2" Type="http://schemas.openxmlformats.org/officeDocument/2006/relationships/customXml" Target="../customXml/item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531AAF1-B8BC-454F-AB4F-5825D068BC5E}" type="doc">
      <dgm:prSet loTypeId="urn:microsoft.com/office/officeart/2005/8/layout/cycle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E820BB-D3FA-4528-A203-8B4C8F17BC3D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endParaRPr lang="en-US" dirty="0">
            <a:solidFill>
              <a:srgbClr val="002060"/>
            </a:solidFill>
          </a:endParaRPr>
        </a:p>
      </dgm:t>
    </dgm:pt>
    <dgm:pt modelId="{D32DDFDE-29AC-4B3F-8D4B-DFC6B43A3BBA}" type="parTrans" cxnId="{289EA7F0-11B3-4C29-B19F-54D37C2FDA0A}">
      <dgm:prSet/>
      <dgm:spPr/>
      <dgm:t>
        <a:bodyPr/>
        <a:lstStyle/>
        <a:p>
          <a:endParaRPr lang="en-US"/>
        </a:p>
      </dgm:t>
    </dgm:pt>
    <dgm:pt modelId="{D6CC411C-C508-4D45-9FD4-63DFFC1CDABD}" type="sibTrans" cxnId="{289EA7F0-11B3-4C29-B19F-54D37C2FDA0A}">
      <dgm:prSet/>
      <dgm:spPr/>
      <dgm:t>
        <a:bodyPr/>
        <a:lstStyle/>
        <a:p>
          <a:endParaRPr lang="en-US"/>
        </a:p>
      </dgm:t>
    </dgm:pt>
    <dgm:pt modelId="{8DD12869-89AD-4100-B8AB-39B6AC12D9C3}">
      <dgm:prSet phldrT="[Text]"/>
      <dgm:spPr/>
      <dgm:t>
        <a:bodyPr/>
        <a:lstStyle/>
        <a:p>
          <a:endParaRPr lang="en-US" dirty="0"/>
        </a:p>
      </dgm:t>
    </dgm:pt>
    <dgm:pt modelId="{48CC1795-B57C-49F3-B00C-1624B1C0EE38}" type="parTrans" cxnId="{46512B0C-2406-4F3B-AE55-A6F2CFFD0B12}">
      <dgm:prSet/>
      <dgm:spPr/>
      <dgm:t>
        <a:bodyPr/>
        <a:lstStyle/>
        <a:p>
          <a:endParaRPr lang="en-US"/>
        </a:p>
      </dgm:t>
    </dgm:pt>
    <dgm:pt modelId="{F522EEDA-66E6-4915-B9DA-1774B81C18A7}" type="sibTrans" cxnId="{46512B0C-2406-4F3B-AE55-A6F2CFFD0B12}">
      <dgm:prSet/>
      <dgm:spPr/>
      <dgm:t>
        <a:bodyPr/>
        <a:lstStyle/>
        <a:p>
          <a:endParaRPr lang="en-US"/>
        </a:p>
      </dgm:t>
    </dgm:pt>
    <dgm:pt modelId="{60F85D40-6AAF-400C-8BB8-5EF9F9D24404}">
      <dgm:prSet phldrT="[Text]"/>
      <dgm:spPr>
        <a:solidFill>
          <a:schemeClr val="accent1">
            <a:lumMod val="60000"/>
            <a:lumOff val="40000"/>
          </a:schemeClr>
        </a:solidFill>
      </dgm:spPr>
      <dgm:t>
        <a:bodyPr/>
        <a:lstStyle/>
        <a:p>
          <a:endParaRPr lang="en-US" dirty="0">
            <a:solidFill>
              <a:srgbClr val="002060"/>
            </a:solidFill>
          </a:endParaRPr>
        </a:p>
      </dgm:t>
    </dgm:pt>
    <dgm:pt modelId="{B5095125-CBE4-4B5C-8DEB-83564865A330}" type="parTrans" cxnId="{BF09B8EF-D0FB-4892-A08B-79807AFD3E4A}">
      <dgm:prSet/>
      <dgm:spPr/>
      <dgm:t>
        <a:bodyPr/>
        <a:lstStyle/>
        <a:p>
          <a:endParaRPr lang="en-US"/>
        </a:p>
      </dgm:t>
    </dgm:pt>
    <dgm:pt modelId="{5D142BE5-5AC1-4E77-A50C-D3612A44A9A7}" type="sibTrans" cxnId="{BF09B8EF-D0FB-4892-A08B-79807AFD3E4A}">
      <dgm:prSet/>
      <dgm:spPr/>
      <dgm:t>
        <a:bodyPr/>
        <a:lstStyle/>
        <a:p>
          <a:endParaRPr lang="en-US"/>
        </a:p>
      </dgm:t>
    </dgm:pt>
    <dgm:pt modelId="{01913A69-D71C-40EA-9908-6BFB2C39407B}">
      <dgm:prSet phldrT="[Text]"/>
      <dgm:spPr>
        <a:solidFill>
          <a:schemeClr val="bg2">
            <a:lumMod val="50000"/>
          </a:schemeClr>
        </a:solidFill>
      </dgm:spPr>
      <dgm:t>
        <a:bodyPr/>
        <a:lstStyle/>
        <a:p>
          <a:endParaRPr lang="en-US" dirty="0"/>
        </a:p>
      </dgm:t>
    </dgm:pt>
    <dgm:pt modelId="{53929F2A-0B13-4EA5-963C-B2D38D037C67}" type="parTrans" cxnId="{CC0C985E-5261-406A-90E4-59E0EFD4AE62}">
      <dgm:prSet/>
      <dgm:spPr/>
      <dgm:t>
        <a:bodyPr/>
        <a:lstStyle/>
        <a:p>
          <a:endParaRPr lang="en-US"/>
        </a:p>
      </dgm:t>
    </dgm:pt>
    <dgm:pt modelId="{67C5ADD9-0D9B-4D01-A599-DEAD38C01004}" type="sibTrans" cxnId="{CC0C985E-5261-406A-90E4-59E0EFD4AE62}">
      <dgm:prSet/>
      <dgm:spPr/>
      <dgm:t>
        <a:bodyPr/>
        <a:lstStyle/>
        <a:p>
          <a:endParaRPr lang="en-US"/>
        </a:p>
      </dgm:t>
    </dgm:pt>
    <dgm:pt modelId="{B2B3686E-0FC1-474D-8B75-48DC1F5951B8}">
      <dgm:prSet phldrT="[Text]"/>
      <dgm:spPr>
        <a:solidFill>
          <a:schemeClr val="accent6">
            <a:lumMod val="60000"/>
            <a:lumOff val="40000"/>
          </a:schemeClr>
        </a:solidFill>
      </dgm:spPr>
      <dgm:t>
        <a:bodyPr/>
        <a:lstStyle/>
        <a:p>
          <a:endParaRPr lang="en-US" b="1" dirty="0" smtClean="0">
            <a:solidFill>
              <a:srgbClr val="002060"/>
            </a:solidFill>
          </a:endParaRPr>
        </a:p>
      </dgm:t>
    </dgm:pt>
    <dgm:pt modelId="{F2CEA9F9-C239-4873-AC66-D8E727C99959}" type="parTrans" cxnId="{F7E4B254-136F-411E-9D6A-0F16F90DB418}">
      <dgm:prSet/>
      <dgm:spPr/>
      <dgm:t>
        <a:bodyPr/>
        <a:lstStyle/>
        <a:p>
          <a:endParaRPr lang="en-US"/>
        </a:p>
      </dgm:t>
    </dgm:pt>
    <dgm:pt modelId="{9F58C0AA-7FBA-41E1-A7CC-0BC29345F93A}" type="sibTrans" cxnId="{F7E4B254-136F-411E-9D6A-0F16F90DB418}">
      <dgm:prSet/>
      <dgm:spPr/>
      <dgm:t>
        <a:bodyPr/>
        <a:lstStyle/>
        <a:p>
          <a:endParaRPr lang="en-US"/>
        </a:p>
      </dgm:t>
    </dgm:pt>
    <dgm:pt modelId="{B02CFB62-970F-411C-9E98-FE3704F1C46C}">
      <dgm:prSet phldrT="[Text]"/>
      <dgm:spPr/>
      <dgm:t>
        <a:bodyPr/>
        <a:lstStyle/>
        <a:p>
          <a:endParaRPr lang="en-US" dirty="0"/>
        </a:p>
      </dgm:t>
    </dgm:pt>
    <dgm:pt modelId="{73ADC3B4-CBE2-459B-A66B-E6E9C50156D0}" type="parTrans" cxnId="{1C3B4C6A-416A-4178-AA26-438938B0A6BF}">
      <dgm:prSet/>
      <dgm:spPr/>
      <dgm:t>
        <a:bodyPr/>
        <a:lstStyle/>
        <a:p>
          <a:endParaRPr lang="en-US"/>
        </a:p>
      </dgm:t>
    </dgm:pt>
    <dgm:pt modelId="{DC9B8C8D-1633-4576-88CE-93306A1CFF22}" type="sibTrans" cxnId="{1C3B4C6A-416A-4178-AA26-438938B0A6BF}">
      <dgm:prSet/>
      <dgm:spPr/>
      <dgm:t>
        <a:bodyPr/>
        <a:lstStyle/>
        <a:p>
          <a:endParaRPr lang="en-US"/>
        </a:p>
      </dgm:t>
    </dgm:pt>
    <dgm:pt modelId="{57FFD008-434A-4B1F-9F96-82AB1FA6A296}">
      <dgm:prSet phldrT="[Text]"/>
      <dgm:spPr/>
      <dgm:t>
        <a:bodyPr/>
        <a:lstStyle/>
        <a:p>
          <a:endParaRPr lang="en-US" dirty="0"/>
        </a:p>
      </dgm:t>
    </dgm:pt>
    <dgm:pt modelId="{F82CB1C9-9AB4-45C7-8D6B-187C178BF31B}" type="parTrans" cxnId="{3518EAE7-FE9E-48A1-B269-77CAAD2647F5}">
      <dgm:prSet/>
      <dgm:spPr/>
      <dgm:t>
        <a:bodyPr/>
        <a:lstStyle/>
        <a:p>
          <a:endParaRPr lang="en-US"/>
        </a:p>
      </dgm:t>
    </dgm:pt>
    <dgm:pt modelId="{F1D5D85B-E360-4CA0-BBE4-78EEF9ACCF41}" type="sibTrans" cxnId="{3518EAE7-FE9E-48A1-B269-77CAAD2647F5}">
      <dgm:prSet/>
      <dgm:spPr/>
      <dgm:t>
        <a:bodyPr/>
        <a:lstStyle/>
        <a:p>
          <a:endParaRPr lang="en-US"/>
        </a:p>
      </dgm:t>
    </dgm:pt>
    <dgm:pt modelId="{9304CA4D-3847-4A61-89A4-0E6C0D429358}">
      <dgm:prSet phldrT="[Text]"/>
      <dgm:spPr/>
      <dgm:t>
        <a:bodyPr/>
        <a:lstStyle/>
        <a:p>
          <a:endParaRPr lang="en-US" dirty="0"/>
        </a:p>
      </dgm:t>
    </dgm:pt>
    <dgm:pt modelId="{5AB05681-7482-4C0C-9103-1457322A35C3}" type="parTrans" cxnId="{56ABC3FA-51F2-4D9E-8EFD-E5883D62897E}">
      <dgm:prSet/>
      <dgm:spPr/>
      <dgm:t>
        <a:bodyPr/>
        <a:lstStyle/>
        <a:p>
          <a:endParaRPr lang="en-US"/>
        </a:p>
      </dgm:t>
    </dgm:pt>
    <dgm:pt modelId="{E562F465-96BE-4BA1-B8AF-FA1845FB0C28}" type="sibTrans" cxnId="{56ABC3FA-51F2-4D9E-8EFD-E5883D62897E}">
      <dgm:prSet/>
      <dgm:spPr/>
      <dgm:t>
        <a:bodyPr/>
        <a:lstStyle/>
        <a:p>
          <a:endParaRPr lang="en-US"/>
        </a:p>
      </dgm:t>
    </dgm:pt>
    <dgm:pt modelId="{64D88ECE-29E3-43E4-97CD-39B08EB936EF}" type="pres">
      <dgm:prSet presAssocID="{5531AAF1-B8BC-454F-AB4F-5825D068BC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AE0D7D0-3A22-4B68-8A68-57B845E8F821}" type="pres">
      <dgm:prSet presAssocID="{5531AAF1-B8BC-454F-AB4F-5825D068BC5E}" presName="children" presStyleCnt="0"/>
      <dgm:spPr/>
    </dgm:pt>
    <dgm:pt modelId="{EF3935F8-021B-4747-A1A8-BDF11DAE3F99}" type="pres">
      <dgm:prSet presAssocID="{5531AAF1-B8BC-454F-AB4F-5825D068BC5E}" presName="child1group" presStyleCnt="0"/>
      <dgm:spPr/>
    </dgm:pt>
    <dgm:pt modelId="{A1D39087-F9B6-4D65-9723-1176045ED7DE}" type="pres">
      <dgm:prSet presAssocID="{5531AAF1-B8BC-454F-AB4F-5825D068BC5E}" presName="child1" presStyleLbl="bgAcc1" presStyleIdx="0" presStyleCnt="4"/>
      <dgm:spPr/>
      <dgm:t>
        <a:bodyPr/>
        <a:lstStyle/>
        <a:p>
          <a:endParaRPr lang="en-US"/>
        </a:p>
      </dgm:t>
    </dgm:pt>
    <dgm:pt modelId="{353141A2-666D-4FF7-878A-8736F1CF5BDF}" type="pres">
      <dgm:prSet presAssocID="{5531AAF1-B8BC-454F-AB4F-5825D068BC5E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A05D15-BD9E-4615-843B-E8DCC04A9119}" type="pres">
      <dgm:prSet presAssocID="{5531AAF1-B8BC-454F-AB4F-5825D068BC5E}" presName="child2group" presStyleCnt="0"/>
      <dgm:spPr/>
    </dgm:pt>
    <dgm:pt modelId="{636DB725-1C6D-4A0C-AD5D-17C488AB299B}" type="pres">
      <dgm:prSet presAssocID="{5531AAF1-B8BC-454F-AB4F-5825D068BC5E}" presName="child2" presStyleLbl="bgAcc1" presStyleIdx="1" presStyleCnt="4" custLinFactNeighborX="17759" custLinFactNeighborY="3551"/>
      <dgm:spPr/>
      <dgm:t>
        <a:bodyPr/>
        <a:lstStyle/>
        <a:p>
          <a:endParaRPr lang="en-US"/>
        </a:p>
      </dgm:t>
    </dgm:pt>
    <dgm:pt modelId="{135FE2CB-79EB-431E-B17F-7774654E2AA3}" type="pres">
      <dgm:prSet presAssocID="{5531AAF1-B8BC-454F-AB4F-5825D068BC5E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DAD222F-84DF-47F7-A18E-A811BDBB0395}" type="pres">
      <dgm:prSet presAssocID="{5531AAF1-B8BC-454F-AB4F-5825D068BC5E}" presName="child3group" presStyleCnt="0"/>
      <dgm:spPr/>
    </dgm:pt>
    <dgm:pt modelId="{5B9FE92F-68EE-4099-8F8A-8A0FB1E8E990}" type="pres">
      <dgm:prSet presAssocID="{5531AAF1-B8BC-454F-AB4F-5825D068BC5E}" presName="child3" presStyleLbl="bgAcc1" presStyleIdx="2" presStyleCnt="4" custLinFactNeighborX="18050" custLinFactNeighborY="-1562"/>
      <dgm:spPr/>
      <dgm:t>
        <a:bodyPr/>
        <a:lstStyle/>
        <a:p>
          <a:endParaRPr lang="en-US"/>
        </a:p>
      </dgm:t>
    </dgm:pt>
    <dgm:pt modelId="{97E18F3A-7033-4EF9-AD76-E76C3C63748F}" type="pres">
      <dgm:prSet presAssocID="{5531AAF1-B8BC-454F-AB4F-5825D068BC5E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F2E6B2-56C1-4C58-B766-6A367515DD86}" type="pres">
      <dgm:prSet presAssocID="{5531AAF1-B8BC-454F-AB4F-5825D068BC5E}" presName="child4group" presStyleCnt="0"/>
      <dgm:spPr/>
    </dgm:pt>
    <dgm:pt modelId="{C19E9FD5-9C6C-49DB-BCC0-9474D5265715}" type="pres">
      <dgm:prSet presAssocID="{5531AAF1-B8BC-454F-AB4F-5825D068BC5E}" presName="child4" presStyleLbl="bgAcc1" presStyleIdx="3" presStyleCnt="4"/>
      <dgm:spPr/>
      <dgm:t>
        <a:bodyPr/>
        <a:lstStyle/>
        <a:p>
          <a:endParaRPr lang="en-US"/>
        </a:p>
      </dgm:t>
    </dgm:pt>
    <dgm:pt modelId="{4709F54D-AE5E-4A87-AE99-16FB96D06772}" type="pres">
      <dgm:prSet presAssocID="{5531AAF1-B8BC-454F-AB4F-5825D068BC5E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18C478-0E0D-48FE-BBB9-EAEDC13CFB50}" type="pres">
      <dgm:prSet presAssocID="{5531AAF1-B8BC-454F-AB4F-5825D068BC5E}" presName="childPlaceholder" presStyleCnt="0"/>
      <dgm:spPr/>
    </dgm:pt>
    <dgm:pt modelId="{7250D2EE-ADF7-4995-AE63-401C582382E9}" type="pres">
      <dgm:prSet presAssocID="{5531AAF1-B8BC-454F-AB4F-5825D068BC5E}" presName="circle" presStyleCnt="0"/>
      <dgm:spPr/>
    </dgm:pt>
    <dgm:pt modelId="{66A443AB-54AD-46D9-8052-B7BF7982D6A3}" type="pres">
      <dgm:prSet presAssocID="{5531AAF1-B8BC-454F-AB4F-5825D068BC5E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C9107E-4EEA-4E9C-B8E3-57F8C3612E3F}" type="pres">
      <dgm:prSet presAssocID="{5531AAF1-B8BC-454F-AB4F-5825D068BC5E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DD676EF-83B1-4903-8E88-AC46BE6EA298}" type="pres">
      <dgm:prSet presAssocID="{5531AAF1-B8BC-454F-AB4F-5825D068BC5E}" presName="quadrant3" presStyleLbl="node1" presStyleIdx="2" presStyleCnt="4" custLinFactNeighborX="396" custLinFactNeighborY="35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877EE5-D813-48D7-9F48-B1EFE26756A4}" type="pres">
      <dgm:prSet presAssocID="{5531AAF1-B8BC-454F-AB4F-5825D068BC5E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B18121-14A2-4DBB-AC08-612F2159DCB6}" type="pres">
      <dgm:prSet presAssocID="{5531AAF1-B8BC-454F-AB4F-5825D068BC5E}" presName="quadrantPlaceholder" presStyleCnt="0"/>
      <dgm:spPr/>
    </dgm:pt>
    <dgm:pt modelId="{42A58BAC-C32B-4426-B1F5-CF55AD1A59C2}" type="pres">
      <dgm:prSet presAssocID="{5531AAF1-B8BC-454F-AB4F-5825D068BC5E}" presName="center1" presStyleLbl="fgShp" presStyleIdx="0" presStyleCnt="2"/>
      <dgm:spPr/>
    </dgm:pt>
    <dgm:pt modelId="{031DFF28-10C1-473A-BF02-53839E912447}" type="pres">
      <dgm:prSet presAssocID="{5531AAF1-B8BC-454F-AB4F-5825D068BC5E}" presName="center2" presStyleLbl="fgShp" presStyleIdx="1" presStyleCnt="2"/>
      <dgm:spPr/>
    </dgm:pt>
  </dgm:ptLst>
  <dgm:cxnLst>
    <dgm:cxn modelId="{95167CC2-E410-4974-BF50-A92828D98FC6}" type="presOf" srcId="{9304CA4D-3847-4A61-89A4-0E6C0D429358}" destId="{135FE2CB-79EB-431E-B17F-7774654E2AA3}" srcOrd="1" destOrd="0" presId="urn:microsoft.com/office/officeart/2005/8/layout/cycle4"/>
    <dgm:cxn modelId="{289EA7F0-11B3-4C29-B19F-54D37C2FDA0A}" srcId="{5531AAF1-B8BC-454F-AB4F-5825D068BC5E}" destId="{2EE820BB-D3FA-4528-A203-8B4C8F17BC3D}" srcOrd="0" destOrd="0" parTransId="{D32DDFDE-29AC-4B3F-8D4B-DFC6B43A3BBA}" sibTransId="{D6CC411C-C508-4D45-9FD4-63DFFC1CDABD}"/>
    <dgm:cxn modelId="{A80D5736-8BE3-4741-82BC-1D41294EC206}" type="presOf" srcId="{57FFD008-434A-4B1F-9F96-82AB1FA6A296}" destId="{97E18F3A-7033-4EF9-AD76-E76C3C63748F}" srcOrd="1" destOrd="0" presId="urn:microsoft.com/office/officeart/2005/8/layout/cycle4"/>
    <dgm:cxn modelId="{1C3B4C6A-416A-4178-AA26-438938B0A6BF}" srcId="{B2B3686E-0FC1-474D-8B75-48DC1F5951B8}" destId="{B02CFB62-970F-411C-9E98-FE3704F1C46C}" srcOrd="0" destOrd="0" parTransId="{73ADC3B4-CBE2-459B-A66B-E6E9C50156D0}" sibTransId="{DC9B8C8D-1633-4576-88CE-93306A1CFF22}"/>
    <dgm:cxn modelId="{B836A836-B365-4893-8E1A-BA3B8B6B70A8}" type="presOf" srcId="{60F85D40-6AAF-400C-8BB8-5EF9F9D24404}" destId="{BEC9107E-4EEA-4E9C-B8E3-57F8C3612E3F}" srcOrd="0" destOrd="0" presId="urn:microsoft.com/office/officeart/2005/8/layout/cycle4"/>
    <dgm:cxn modelId="{AFDB130E-56E7-4D1F-8F62-EF7F9D20F4F0}" type="presOf" srcId="{8DD12869-89AD-4100-B8AB-39B6AC12D9C3}" destId="{A1D39087-F9B6-4D65-9723-1176045ED7DE}" srcOrd="0" destOrd="0" presId="urn:microsoft.com/office/officeart/2005/8/layout/cycle4"/>
    <dgm:cxn modelId="{CC0C985E-5261-406A-90E4-59E0EFD4AE62}" srcId="{5531AAF1-B8BC-454F-AB4F-5825D068BC5E}" destId="{01913A69-D71C-40EA-9908-6BFB2C39407B}" srcOrd="2" destOrd="0" parTransId="{53929F2A-0B13-4EA5-963C-B2D38D037C67}" sibTransId="{67C5ADD9-0D9B-4D01-A599-DEAD38C01004}"/>
    <dgm:cxn modelId="{BF09B8EF-D0FB-4892-A08B-79807AFD3E4A}" srcId="{5531AAF1-B8BC-454F-AB4F-5825D068BC5E}" destId="{60F85D40-6AAF-400C-8BB8-5EF9F9D24404}" srcOrd="1" destOrd="0" parTransId="{B5095125-CBE4-4B5C-8DEB-83564865A330}" sibTransId="{5D142BE5-5AC1-4E77-A50C-D3612A44A9A7}"/>
    <dgm:cxn modelId="{B28209CF-2B76-441B-A17F-1463537669AE}" type="presOf" srcId="{01913A69-D71C-40EA-9908-6BFB2C39407B}" destId="{0DD676EF-83B1-4903-8E88-AC46BE6EA298}" srcOrd="0" destOrd="0" presId="urn:microsoft.com/office/officeart/2005/8/layout/cycle4"/>
    <dgm:cxn modelId="{F4FFBFD7-3463-4AE7-AB45-25FF7CA909AA}" type="presOf" srcId="{9304CA4D-3847-4A61-89A4-0E6C0D429358}" destId="{636DB725-1C6D-4A0C-AD5D-17C488AB299B}" srcOrd="0" destOrd="0" presId="urn:microsoft.com/office/officeart/2005/8/layout/cycle4"/>
    <dgm:cxn modelId="{0A985C14-EB22-4DB1-B731-B9C0112DA836}" type="presOf" srcId="{2EE820BB-D3FA-4528-A203-8B4C8F17BC3D}" destId="{66A443AB-54AD-46D9-8052-B7BF7982D6A3}" srcOrd="0" destOrd="0" presId="urn:microsoft.com/office/officeart/2005/8/layout/cycle4"/>
    <dgm:cxn modelId="{47EC2E7C-5EE3-4272-BC83-D0B2D9865B3C}" type="presOf" srcId="{8DD12869-89AD-4100-B8AB-39B6AC12D9C3}" destId="{353141A2-666D-4FF7-878A-8736F1CF5BDF}" srcOrd="1" destOrd="0" presId="urn:microsoft.com/office/officeart/2005/8/layout/cycle4"/>
    <dgm:cxn modelId="{46E7AC5A-B926-4E44-BF0A-B5A26F174071}" type="presOf" srcId="{5531AAF1-B8BC-454F-AB4F-5825D068BC5E}" destId="{64D88ECE-29E3-43E4-97CD-39B08EB936EF}" srcOrd="0" destOrd="0" presId="urn:microsoft.com/office/officeart/2005/8/layout/cycle4"/>
    <dgm:cxn modelId="{1E9C2C74-FFD1-4106-8F87-411753976DBE}" type="presOf" srcId="{B02CFB62-970F-411C-9E98-FE3704F1C46C}" destId="{4709F54D-AE5E-4A87-AE99-16FB96D06772}" srcOrd="1" destOrd="0" presId="urn:microsoft.com/office/officeart/2005/8/layout/cycle4"/>
    <dgm:cxn modelId="{CE71163F-1FB3-46E2-B163-8DFD253277F8}" type="presOf" srcId="{57FFD008-434A-4B1F-9F96-82AB1FA6A296}" destId="{5B9FE92F-68EE-4099-8F8A-8A0FB1E8E990}" srcOrd="0" destOrd="0" presId="urn:microsoft.com/office/officeart/2005/8/layout/cycle4"/>
    <dgm:cxn modelId="{56ABC3FA-51F2-4D9E-8EFD-E5883D62897E}" srcId="{60F85D40-6AAF-400C-8BB8-5EF9F9D24404}" destId="{9304CA4D-3847-4A61-89A4-0E6C0D429358}" srcOrd="0" destOrd="0" parTransId="{5AB05681-7482-4C0C-9103-1457322A35C3}" sibTransId="{E562F465-96BE-4BA1-B8AF-FA1845FB0C28}"/>
    <dgm:cxn modelId="{B5831A65-5D0E-427C-A48F-0ABDB85F61A2}" type="presOf" srcId="{B02CFB62-970F-411C-9E98-FE3704F1C46C}" destId="{C19E9FD5-9C6C-49DB-BCC0-9474D5265715}" srcOrd="0" destOrd="0" presId="urn:microsoft.com/office/officeart/2005/8/layout/cycle4"/>
    <dgm:cxn modelId="{91896EDC-6189-4D4D-850D-B97A8A1F1C7D}" type="presOf" srcId="{B2B3686E-0FC1-474D-8B75-48DC1F5951B8}" destId="{23877EE5-D813-48D7-9F48-B1EFE26756A4}" srcOrd="0" destOrd="0" presId="urn:microsoft.com/office/officeart/2005/8/layout/cycle4"/>
    <dgm:cxn modelId="{46512B0C-2406-4F3B-AE55-A6F2CFFD0B12}" srcId="{2EE820BB-D3FA-4528-A203-8B4C8F17BC3D}" destId="{8DD12869-89AD-4100-B8AB-39B6AC12D9C3}" srcOrd="0" destOrd="0" parTransId="{48CC1795-B57C-49F3-B00C-1624B1C0EE38}" sibTransId="{F522EEDA-66E6-4915-B9DA-1774B81C18A7}"/>
    <dgm:cxn modelId="{3518EAE7-FE9E-48A1-B269-77CAAD2647F5}" srcId="{01913A69-D71C-40EA-9908-6BFB2C39407B}" destId="{57FFD008-434A-4B1F-9F96-82AB1FA6A296}" srcOrd="0" destOrd="0" parTransId="{F82CB1C9-9AB4-45C7-8D6B-187C178BF31B}" sibTransId="{F1D5D85B-E360-4CA0-BBE4-78EEF9ACCF41}"/>
    <dgm:cxn modelId="{F7E4B254-136F-411E-9D6A-0F16F90DB418}" srcId="{5531AAF1-B8BC-454F-AB4F-5825D068BC5E}" destId="{B2B3686E-0FC1-474D-8B75-48DC1F5951B8}" srcOrd="3" destOrd="0" parTransId="{F2CEA9F9-C239-4873-AC66-D8E727C99959}" sibTransId="{9F58C0AA-7FBA-41E1-A7CC-0BC29345F93A}"/>
    <dgm:cxn modelId="{B6CDB2E2-A6FA-48A2-BD8F-9505657B1211}" type="presParOf" srcId="{64D88ECE-29E3-43E4-97CD-39B08EB936EF}" destId="{1AE0D7D0-3A22-4B68-8A68-57B845E8F821}" srcOrd="0" destOrd="0" presId="urn:microsoft.com/office/officeart/2005/8/layout/cycle4"/>
    <dgm:cxn modelId="{6E55A63A-FC14-4A0F-8C64-AF7805F18712}" type="presParOf" srcId="{1AE0D7D0-3A22-4B68-8A68-57B845E8F821}" destId="{EF3935F8-021B-4747-A1A8-BDF11DAE3F99}" srcOrd="0" destOrd="0" presId="urn:microsoft.com/office/officeart/2005/8/layout/cycle4"/>
    <dgm:cxn modelId="{8B49D6AE-C27B-4E82-83C3-1BCE4BDBFE44}" type="presParOf" srcId="{EF3935F8-021B-4747-A1A8-BDF11DAE3F99}" destId="{A1D39087-F9B6-4D65-9723-1176045ED7DE}" srcOrd="0" destOrd="0" presId="urn:microsoft.com/office/officeart/2005/8/layout/cycle4"/>
    <dgm:cxn modelId="{9A83E408-1024-4F3A-A9E5-1B6BAD42E54D}" type="presParOf" srcId="{EF3935F8-021B-4747-A1A8-BDF11DAE3F99}" destId="{353141A2-666D-4FF7-878A-8736F1CF5BDF}" srcOrd="1" destOrd="0" presId="urn:microsoft.com/office/officeart/2005/8/layout/cycle4"/>
    <dgm:cxn modelId="{B54C28CC-1713-47F0-801C-F5E4E0268643}" type="presParOf" srcId="{1AE0D7D0-3A22-4B68-8A68-57B845E8F821}" destId="{9BA05D15-BD9E-4615-843B-E8DCC04A9119}" srcOrd="1" destOrd="0" presId="urn:microsoft.com/office/officeart/2005/8/layout/cycle4"/>
    <dgm:cxn modelId="{24BE7653-2105-4725-952B-A6C575400449}" type="presParOf" srcId="{9BA05D15-BD9E-4615-843B-E8DCC04A9119}" destId="{636DB725-1C6D-4A0C-AD5D-17C488AB299B}" srcOrd="0" destOrd="0" presId="urn:microsoft.com/office/officeart/2005/8/layout/cycle4"/>
    <dgm:cxn modelId="{C95DB7C3-B3AF-4285-B614-16A7C36A5FA1}" type="presParOf" srcId="{9BA05D15-BD9E-4615-843B-E8DCC04A9119}" destId="{135FE2CB-79EB-431E-B17F-7774654E2AA3}" srcOrd="1" destOrd="0" presId="urn:microsoft.com/office/officeart/2005/8/layout/cycle4"/>
    <dgm:cxn modelId="{C8376F3E-26E3-469B-86A6-88B39BC4ED66}" type="presParOf" srcId="{1AE0D7D0-3A22-4B68-8A68-57B845E8F821}" destId="{2DAD222F-84DF-47F7-A18E-A811BDBB0395}" srcOrd="2" destOrd="0" presId="urn:microsoft.com/office/officeart/2005/8/layout/cycle4"/>
    <dgm:cxn modelId="{E99997ED-A491-47E9-8B6F-27D8FC8EB78F}" type="presParOf" srcId="{2DAD222F-84DF-47F7-A18E-A811BDBB0395}" destId="{5B9FE92F-68EE-4099-8F8A-8A0FB1E8E990}" srcOrd="0" destOrd="0" presId="urn:microsoft.com/office/officeart/2005/8/layout/cycle4"/>
    <dgm:cxn modelId="{B3CD004B-2058-43F1-8623-21A0624BDAA4}" type="presParOf" srcId="{2DAD222F-84DF-47F7-A18E-A811BDBB0395}" destId="{97E18F3A-7033-4EF9-AD76-E76C3C63748F}" srcOrd="1" destOrd="0" presId="urn:microsoft.com/office/officeart/2005/8/layout/cycle4"/>
    <dgm:cxn modelId="{68A9E4C6-BDD6-4ED6-85D2-B9A66BF48653}" type="presParOf" srcId="{1AE0D7D0-3A22-4B68-8A68-57B845E8F821}" destId="{94F2E6B2-56C1-4C58-B766-6A367515DD86}" srcOrd="3" destOrd="0" presId="urn:microsoft.com/office/officeart/2005/8/layout/cycle4"/>
    <dgm:cxn modelId="{B41FBA99-E58F-42D0-8BE0-A13D54243500}" type="presParOf" srcId="{94F2E6B2-56C1-4C58-B766-6A367515DD86}" destId="{C19E9FD5-9C6C-49DB-BCC0-9474D5265715}" srcOrd="0" destOrd="0" presId="urn:microsoft.com/office/officeart/2005/8/layout/cycle4"/>
    <dgm:cxn modelId="{C9F9E9E1-1586-4013-867B-EE25D3B04FF7}" type="presParOf" srcId="{94F2E6B2-56C1-4C58-B766-6A367515DD86}" destId="{4709F54D-AE5E-4A87-AE99-16FB96D06772}" srcOrd="1" destOrd="0" presId="urn:microsoft.com/office/officeart/2005/8/layout/cycle4"/>
    <dgm:cxn modelId="{FFC88A67-88E0-437D-A708-5BC247315BE8}" type="presParOf" srcId="{1AE0D7D0-3A22-4B68-8A68-57B845E8F821}" destId="{6A18C478-0E0D-48FE-BBB9-EAEDC13CFB50}" srcOrd="4" destOrd="0" presId="urn:microsoft.com/office/officeart/2005/8/layout/cycle4"/>
    <dgm:cxn modelId="{7331D511-64A5-4C1C-8BE1-B2920D18C457}" type="presParOf" srcId="{64D88ECE-29E3-43E4-97CD-39B08EB936EF}" destId="{7250D2EE-ADF7-4995-AE63-401C582382E9}" srcOrd="1" destOrd="0" presId="urn:microsoft.com/office/officeart/2005/8/layout/cycle4"/>
    <dgm:cxn modelId="{EDF443E5-FF9D-4523-8CC7-91BFB7E02960}" type="presParOf" srcId="{7250D2EE-ADF7-4995-AE63-401C582382E9}" destId="{66A443AB-54AD-46D9-8052-B7BF7982D6A3}" srcOrd="0" destOrd="0" presId="urn:microsoft.com/office/officeart/2005/8/layout/cycle4"/>
    <dgm:cxn modelId="{A36FE71F-A22D-403B-9973-72894E56244A}" type="presParOf" srcId="{7250D2EE-ADF7-4995-AE63-401C582382E9}" destId="{BEC9107E-4EEA-4E9C-B8E3-57F8C3612E3F}" srcOrd="1" destOrd="0" presId="urn:microsoft.com/office/officeart/2005/8/layout/cycle4"/>
    <dgm:cxn modelId="{C6C72A79-CF61-4DF4-8F2E-6BE8408D5770}" type="presParOf" srcId="{7250D2EE-ADF7-4995-AE63-401C582382E9}" destId="{0DD676EF-83B1-4903-8E88-AC46BE6EA298}" srcOrd="2" destOrd="0" presId="urn:microsoft.com/office/officeart/2005/8/layout/cycle4"/>
    <dgm:cxn modelId="{4AD7AA6D-72D7-4473-A4A7-5C7907E19A9B}" type="presParOf" srcId="{7250D2EE-ADF7-4995-AE63-401C582382E9}" destId="{23877EE5-D813-48D7-9F48-B1EFE26756A4}" srcOrd="3" destOrd="0" presId="urn:microsoft.com/office/officeart/2005/8/layout/cycle4"/>
    <dgm:cxn modelId="{0C70088B-292A-4784-A0E5-111C84960DEC}" type="presParOf" srcId="{7250D2EE-ADF7-4995-AE63-401C582382E9}" destId="{97B18121-14A2-4DBB-AC08-612F2159DCB6}" srcOrd="4" destOrd="0" presId="urn:microsoft.com/office/officeart/2005/8/layout/cycle4"/>
    <dgm:cxn modelId="{5DBCB9BE-8F13-4A60-8700-5A3C2E8338A0}" type="presParOf" srcId="{64D88ECE-29E3-43E4-97CD-39B08EB936EF}" destId="{42A58BAC-C32B-4426-B1F5-CF55AD1A59C2}" srcOrd="2" destOrd="0" presId="urn:microsoft.com/office/officeart/2005/8/layout/cycle4"/>
    <dgm:cxn modelId="{3A7F8978-D51F-4D77-A342-1D8EEA47A9D7}" type="presParOf" srcId="{64D88ECE-29E3-43E4-97CD-39B08EB936EF}" destId="{031DFF28-10C1-473A-BF02-53839E912447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FE92F-68EE-4099-8F8A-8A0FB1E8E990}">
      <dsp:nvSpPr>
        <dsp:cNvPr id="0" name=""/>
        <dsp:cNvSpPr/>
      </dsp:nvSpPr>
      <dsp:spPr>
        <a:xfrm>
          <a:off x="8203017" y="5486413"/>
          <a:ext cx="4015232" cy="2600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5100" kern="1200" dirty="0"/>
        </a:p>
      </dsp:txBody>
      <dsp:txXfrm>
        <a:off x="9464721" y="6193788"/>
        <a:ext cx="2696392" cy="1836450"/>
      </dsp:txXfrm>
    </dsp:sp>
    <dsp:sp modelId="{C19E9FD5-9C6C-49DB-BCC0-9474D5265715}">
      <dsp:nvSpPr>
        <dsp:cNvPr id="0" name=""/>
        <dsp:cNvSpPr/>
      </dsp:nvSpPr>
      <dsp:spPr>
        <a:xfrm>
          <a:off x="927099" y="5527039"/>
          <a:ext cx="4015232" cy="2600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5100" kern="1200" dirty="0"/>
        </a:p>
      </dsp:txBody>
      <dsp:txXfrm>
        <a:off x="984234" y="6234415"/>
        <a:ext cx="2696392" cy="1836450"/>
      </dsp:txXfrm>
    </dsp:sp>
    <dsp:sp modelId="{636DB725-1C6D-4A0C-AD5D-17C488AB299B}">
      <dsp:nvSpPr>
        <dsp:cNvPr id="0" name=""/>
        <dsp:cNvSpPr/>
      </dsp:nvSpPr>
      <dsp:spPr>
        <a:xfrm>
          <a:off x="8191333" y="92360"/>
          <a:ext cx="4015232" cy="2600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5100" kern="1200" dirty="0"/>
        </a:p>
      </dsp:txBody>
      <dsp:txXfrm>
        <a:off x="9453037" y="149495"/>
        <a:ext cx="2696392" cy="1836450"/>
      </dsp:txXfrm>
    </dsp:sp>
    <dsp:sp modelId="{A1D39087-F9B6-4D65-9723-1176045ED7DE}">
      <dsp:nvSpPr>
        <dsp:cNvPr id="0" name=""/>
        <dsp:cNvSpPr/>
      </dsp:nvSpPr>
      <dsp:spPr>
        <a:xfrm>
          <a:off x="927099" y="0"/>
          <a:ext cx="4015232" cy="260096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285750" lvl="1" indent="-285750" algn="l" defTabSz="2266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en-US" sz="5100" kern="1200" dirty="0"/>
        </a:p>
      </dsp:txBody>
      <dsp:txXfrm>
        <a:off x="984234" y="57135"/>
        <a:ext cx="2696392" cy="1836450"/>
      </dsp:txXfrm>
    </dsp:sp>
    <dsp:sp modelId="{66A443AB-54AD-46D9-8052-B7BF7982D6A3}">
      <dsp:nvSpPr>
        <dsp:cNvPr id="0" name=""/>
        <dsp:cNvSpPr/>
      </dsp:nvSpPr>
      <dsp:spPr>
        <a:xfrm>
          <a:off x="2609595" y="463295"/>
          <a:ext cx="3519424" cy="3519424"/>
        </a:xfrm>
        <a:prstGeom prst="pieWedge">
          <a:avLst/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>
            <a:solidFill>
              <a:srgbClr val="002060"/>
            </a:solidFill>
          </a:endParaRPr>
        </a:p>
      </dsp:txBody>
      <dsp:txXfrm>
        <a:off x="3640410" y="1494110"/>
        <a:ext cx="2488609" cy="2488609"/>
      </dsp:txXfrm>
    </dsp:sp>
    <dsp:sp modelId="{BEC9107E-4EEA-4E9C-B8E3-57F8C3612E3F}">
      <dsp:nvSpPr>
        <dsp:cNvPr id="0" name=""/>
        <dsp:cNvSpPr/>
      </dsp:nvSpPr>
      <dsp:spPr>
        <a:xfrm rot="5400000">
          <a:off x="6291579" y="463295"/>
          <a:ext cx="3519424" cy="3519424"/>
        </a:xfrm>
        <a:prstGeom prst="pieWedge">
          <a:avLst/>
        </a:prstGeom>
        <a:solidFill>
          <a:schemeClr val="accent1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>
            <a:solidFill>
              <a:srgbClr val="002060"/>
            </a:solidFill>
          </a:endParaRPr>
        </a:p>
      </dsp:txBody>
      <dsp:txXfrm rot="-5400000">
        <a:off x="6291579" y="1494110"/>
        <a:ext cx="2488609" cy="2488609"/>
      </dsp:txXfrm>
    </dsp:sp>
    <dsp:sp modelId="{0DD676EF-83B1-4903-8E88-AC46BE6EA298}">
      <dsp:nvSpPr>
        <dsp:cNvPr id="0" name=""/>
        <dsp:cNvSpPr/>
      </dsp:nvSpPr>
      <dsp:spPr>
        <a:xfrm rot="10800000">
          <a:off x="6305516" y="4157738"/>
          <a:ext cx="3519424" cy="3519424"/>
        </a:xfrm>
        <a:prstGeom prst="pieWedge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kern="1200" dirty="0"/>
        </a:p>
      </dsp:txBody>
      <dsp:txXfrm rot="10800000">
        <a:off x="6305516" y="4157738"/>
        <a:ext cx="2488609" cy="2488609"/>
      </dsp:txXfrm>
    </dsp:sp>
    <dsp:sp modelId="{23877EE5-D813-48D7-9F48-B1EFE26756A4}">
      <dsp:nvSpPr>
        <dsp:cNvPr id="0" name=""/>
        <dsp:cNvSpPr/>
      </dsp:nvSpPr>
      <dsp:spPr>
        <a:xfrm rot="16200000">
          <a:off x="2609595" y="4145280"/>
          <a:ext cx="3519424" cy="3519424"/>
        </a:xfrm>
        <a:prstGeom prst="pieWedge">
          <a:avLst/>
        </a:prstGeom>
        <a:solidFill>
          <a:schemeClr val="accent6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62280" tIns="462280" rIns="462280" bIns="46228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6500" b="1" kern="1200" dirty="0" smtClean="0">
            <a:solidFill>
              <a:srgbClr val="002060"/>
            </a:solidFill>
          </a:endParaRPr>
        </a:p>
      </dsp:txBody>
      <dsp:txXfrm rot="5400000">
        <a:off x="3640410" y="4145280"/>
        <a:ext cx="2488609" cy="2488609"/>
      </dsp:txXfrm>
    </dsp:sp>
    <dsp:sp modelId="{42A58BAC-C32B-4426-B1F5-CF55AD1A59C2}">
      <dsp:nvSpPr>
        <dsp:cNvPr id="0" name=""/>
        <dsp:cNvSpPr/>
      </dsp:nvSpPr>
      <dsp:spPr>
        <a:xfrm>
          <a:off x="5602732" y="3332480"/>
          <a:ext cx="1215136" cy="105664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1DFF28-10C1-473A-BF02-53839E912447}">
      <dsp:nvSpPr>
        <dsp:cNvPr id="0" name=""/>
        <dsp:cNvSpPr/>
      </dsp:nvSpPr>
      <dsp:spPr>
        <a:xfrm rot="10800000">
          <a:off x="5602732" y="3738880"/>
          <a:ext cx="1215136" cy="1056640"/>
        </a:xfrm>
        <a:prstGeom prst="circular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815" y="375579"/>
            <a:ext cx="4063676" cy="642468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" y="1"/>
            <a:ext cx="13278507" cy="13293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20" name="Group 19"/>
          <p:cNvGrpSpPr/>
          <p:nvPr userDrawn="1"/>
        </p:nvGrpSpPr>
        <p:grpSpPr>
          <a:xfrm>
            <a:off x="13326068" y="9914709"/>
            <a:ext cx="3807107" cy="334443"/>
            <a:chOff x="5607337" y="6609806"/>
            <a:chExt cx="2538071" cy="222962"/>
          </a:xfrm>
        </p:grpSpPr>
        <p:sp>
          <p:nvSpPr>
            <p:cNvPr id="25" name="TextBox 24"/>
            <p:cNvSpPr txBox="1"/>
            <p:nvPr/>
          </p:nvSpPr>
          <p:spPr>
            <a:xfrm>
              <a:off x="5724660" y="6617325"/>
              <a:ext cx="242074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dirty="0">
                  <a:solidFill>
                    <a:schemeClr val="bg1">
                      <a:lumMod val="75000"/>
                    </a:schemeClr>
                  </a:solidFill>
                </a:rPr>
                <a:t>Copyright, Confidential, Tata Motors Limited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07337" y="6609806"/>
              <a:ext cx="177613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dirty="0">
                  <a:solidFill>
                    <a:schemeClr val="bg1">
                      <a:lumMod val="75000"/>
                    </a:schemeClr>
                  </a:solidFill>
                </a:rPr>
                <a:t>c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5672265" y="6674721"/>
              <a:ext cx="120030" cy="131428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700"/>
            </a:p>
          </p:txBody>
        </p:sp>
      </p:grpSp>
      <p:sp>
        <p:nvSpPr>
          <p:cNvPr id="35" name="TextBox 34"/>
          <p:cNvSpPr txBox="1"/>
          <p:nvPr userDrawn="1"/>
        </p:nvSpPr>
        <p:spPr>
          <a:xfrm>
            <a:off x="17683000" y="9749003"/>
            <a:ext cx="5020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DBEA8F38-BB1C-462C-967D-43B28FCD5FFC}" type="slidenum">
              <a:rPr lang="en-US" sz="2100" smtClean="0">
                <a:solidFill>
                  <a:schemeClr val="bg1">
                    <a:lumMod val="75000"/>
                  </a:schemeClr>
                </a:solidFill>
              </a:rPr>
              <a:t>‹#›</a:t>
            </a:fld>
            <a:endParaRPr lang="en-US" sz="2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9" name="Rectangle 28"/>
          <p:cNvSpPr/>
          <p:nvPr userDrawn="1"/>
        </p:nvSpPr>
        <p:spPr>
          <a:xfrm>
            <a:off x="276949" y="4071231"/>
            <a:ext cx="18011051" cy="5415669"/>
          </a:xfrm>
          <a:prstGeom prst="rect">
            <a:avLst/>
          </a:prstGeom>
          <a:solidFill>
            <a:srgbClr val="0A0A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grpSp>
        <p:nvGrpSpPr>
          <p:cNvPr id="31" name="Group 30"/>
          <p:cNvGrpSpPr/>
          <p:nvPr userDrawn="1"/>
        </p:nvGrpSpPr>
        <p:grpSpPr>
          <a:xfrm>
            <a:off x="0" y="3829299"/>
            <a:ext cx="449352" cy="797241"/>
            <a:chOff x="1768310" y="3468054"/>
            <a:chExt cx="299568" cy="531494"/>
          </a:xfrm>
        </p:grpSpPr>
        <p:sp>
          <p:nvSpPr>
            <p:cNvPr id="32" name="Rectangle 31"/>
            <p:cNvSpPr/>
            <p:nvPr userDrawn="1"/>
          </p:nvSpPr>
          <p:spPr>
            <a:xfrm>
              <a:off x="1768310" y="3468054"/>
              <a:ext cx="299568" cy="161924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33" name="Rectangle 32"/>
            <p:cNvSpPr/>
            <p:nvPr userDrawn="1"/>
          </p:nvSpPr>
          <p:spPr>
            <a:xfrm>
              <a:off x="1768310" y="3580448"/>
              <a:ext cx="186220" cy="419100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  <p:sp>
        <p:nvSpPr>
          <p:cNvPr id="36" name="Rectangle 35"/>
          <p:cNvSpPr/>
          <p:nvPr userDrawn="1"/>
        </p:nvSpPr>
        <p:spPr>
          <a:xfrm>
            <a:off x="276950" y="4071231"/>
            <a:ext cx="172403" cy="555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</p:spTree>
    <p:extLst>
      <p:ext uri="{BB962C8B-B14F-4D97-AF65-F5344CB8AC3E}">
        <p14:creationId xmlns:p14="http://schemas.microsoft.com/office/powerpoint/2010/main" val="668107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36305" y="1349379"/>
            <a:ext cx="17392650" cy="8203974"/>
          </a:xfrm>
          <a:prstGeom prst="rect">
            <a:avLst/>
          </a:prstGeom>
        </p:spPr>
        <p:txBody>
          <a:bodyPr/>
          <a:lstStyle>
            <a:lvl1pPr>
              <a:defRPr>
                <a:latin typeface="Uni Neue Regular" pitchFamily="50" charset="0"/>
              </a:defRPr>
            </a:lvl1pPr>
            <a:lvl2pPr>
              <a:defRPr>
                <a:latin typeface="Uni Neue Regular" pitchFamily="50" charset="0"/>
              </a:defRPr>
            </a:lvl2pPr>
            <a:lvl3pPr>
              <a:defRPr>
                <a:latin typeface="Uni Neue Regular" pitchFamily="50" charset="0"/>
              </a:defRPr>
            </a:lvl3pPr>
            <a:lvl4pPr>
              <a:defRPr>
                <a:latin typeface="Uni Neue Regular" pitchFamily="50" charset="0"/>
              </a:defRPr>
            </a:lvl4pPr>
            <a:lvl5pPr>
              <a:defRPr>
                <a:latin typeface="Uni Neue Regular" pitchFamily="50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A5E70-6D1C-AE4C-B467-2B7824C7E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05" y="351845"/>
            <a:ext cx="13415168" cy="794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5767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3841D67-34A4-404F-AAD6-4B2432BFE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000" y="1387550"/>
            <a:ext cx="8130240" cy="7881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8E73F26-A62A-4440-94DA-C854B372771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638214" y="1387550"/>
            <a:ext cx="8130240" cy="7881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5349BAF0-C29A-0703-29AC-7F1B6DF1E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04" y="351845"/>
            <a:ext cx="14591808" cy="794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886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B3088-D88C-4B14-B200-DC2B55A18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1" y="324001"/>
            <a:ext cx="14158292" cy="694310"/>
          </a:xfrm>
        </p:spPr>
        <p:txBody>
          <a:bodyPr>
            <a:normAutofit/>
          </a:bodyPr>
          <a:lstStyle>
            <a:lvl1pPr>
              <a:defRPr sz="36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89581F-0EA2-444E-AFFF-CE36194FD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000" y="1832351"/>
            <a:ext cx="17157861" cy="74363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5513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28962C-7953-4376-99A9-419872281836}"/>
              </a:ext>
            </a:extLst>
          </p:cNvPr>
          <p:cNvCxnSpPr/>
          <p:nvPr userDrawn="1"/>
        </p:nvCxnSpPr>
        <p:spPr>
          <a:xfrm>
            <a:off x="850007" y="506090"/>
            <a:ext cx="1593761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26937" y="1642056"/>
            <a:ext cx="17621250" cy="7540149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063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284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873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007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5075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0010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0987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3799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8533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E89581F-0EA2-444E-AFFF-CE36194FD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000" y="1832351"/>
            <a:ext cx="17157861" cy="68885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6045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 userDrawn="1"/>
        </p:nvSpPr>
        <p:spPr>
          <a:xfrm>
            <a:off x="1" y="9926290"/>
            <a:ext cx="39196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b="1">
                <a:solidFill>
                  <a:schemeClr val="tx1"/>
                </a:solidFill>
                <a:latin typeface="Calibri" panose="020F0502020204030204" pitchFamily="34" charset="0"/>
              </a:rPr>
              <a:t>© Copyright, Confidential, Tata Motors Limited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7483512" y="9734752"/>
            <a:ext cx="772886" cy="547688"/>
          </a:xfrm>
          <a:prstGeom prst="rect">
            <a:avLst/>
          </a:prstGeom>
        </p:spPr>
        <p:txBody>
          <a:bodyPr anchor="b"/>
          <a:lstStyle>
            <a:lvl1pPr algn="ctr">
              <a:defRPr sz="18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68409969-7CA0-4DC3-8A33-DB447C2D1A2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28962C-7953-4376-99A9-419872281836}"/>
              </a:ext>
            </a:extLst>
          </p:cNvPr>
          <p:cNvCxnSpPr/>
          <p:nvPr userDrawn="1"/>
        </p:nvCxnSpPr>
        <p:spPr>
          <a:xfrm>
            <a:off x="850007" y="506090"/>
            <a:ext cx="1593761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itle 1">
            <a:extLst>
              <a:ext uri="{FF2B5EF4-FFF2-40B4-BE49-F238E27FC236}">
                <a16:creationId xmlns:a16="http://schemas.microsoft.com/office/drawing/2014/main" id="{208322B9-20FA-4997-BA0C-7510A041B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16" y="447096"/>
            <a:ext cx="15773400" cy="80307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>
                <a:solidFill>
                  <a:srgbClr val="595959"/>
                </a:solidFill>
                <a:latin typeface="+mj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326937" y="1642056"/>
            <a:ext cx="17621250" cy="7540149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  <a:lvl2pPr>
              <a:defRPr sz="30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63409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61489-7211-45C9-9832-8F226D1EBBCD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B5215-9969-4189-9287-FE49B009C7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38440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683545"/>
            <a:ext cx="15544800" cy="3581400"/>
          </a:xfrm>
        </p:spPr>
        <p:txBody>
          <a:bodyPr anchor="b"/>
          <a:lstStyle>
            <a:lvl1pPr algn="ctr">
              <a:defRPr sz="379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1520"/>
            </a:lvl1pPr>
            <a:lvl2pPr marL="289322" indent="0" algn="ctr">
              <a:buNone/>
              <a:defRPr sz="1266"/>
            </a:lvl2pPr>
            <a:lvl3pPr marL="578645" indent="0" algn="ctr">
              <a:buNone/>
              <a:defRPr sz="1139"/>
            </a:lvl3pPr>
            <a:lvl4pPr marL="867966" indent="0" algn="ctr">
              <a:buNone/>
              <a:defRPr sz="1013"/>
            </a:lvl4pPr>
            <a:lvl5pPr marL="1157288" indent="0" algn="ctr">
              <a:buNone/>
              <a:defRPr sz="1013"/>
            </a:lvl5pPr>
            <a:lvl6pPr marL="1446609" indent="0" algn="ctr">
              <a:buNone/>
              <a:defRPr sz="1013"/>
            </a:lvl6pPr>
            <a:lvl7pPr marL="1735932" indent="0" algn="ctr">
              <a:buNone/>
              <a:defRPr sz="1013"/>
            </a:lvl7pPr>
            <a:lvl8pPr marL="2025254" indent="0" algn="ctr">
              <a:buNone/>
              <a:defRPr sz="1013"/>
            </a:lvl8pPr>
            <a:lvl9pPr marL="2314575" indent="0" algn="ctr">
              <a:buNone/>
              <a:defRPr sz="1013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24D3E-F017-41D1-ABEC-BCF30CD6A7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35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815" y="375579"/>
            <a:ext cx="4063676" cy="64246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6B135-63AD-4184-8680-327257B0E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05" y="351845"/>
            <a:ext cx="12948114" cy="794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800696-8CDF-4EF1-AA62-43163FAA6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2252" y="1425330"/>
            <a:ext cx="17672888" cy="8119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3326068" y="9914709"/>
            <a:ext cx="3807107" cy="334443"/>
            <a:chOff x="5607337" y="6609806"/>
            <a:chExt cx="2538071" cy="222962"/>
          </a:xfrm>
        </p:grpSpPr>
        <p:sp>
          <p:nvSpPr>
            <p:cNvPr id="12" name="TextBox 11"/>
            <p:cNvSpPr txBox="1"/>
            <p:nvPr/>
          </p:nvSpPr>
          <p:spPr>
            <a:xfrm>
              <a:off x="5724660" y="6617325"/>
              <a:ext cx="2420748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dirty="0">
                  <a:solidFill>
                    <a:schemeClr val="bg1">
                      <a:lumMod val="75000"/>
                    </a:schemeClr>
                  </a:solidFill>
                </a:rPr>
                <a:t>Copyright, Confidential, Tata Motors Limited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607337" y="6609806"/>
              <a:ext cx="177613" cy="215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500" dirty="0">
                  <a:solidFill>
                    <a:schemeClr val="bg1">
                      <a:lumMod val="75000"/>
                    </a:schemeClr>
                  </a:solidFill>
                </a:rPr>
                <a:t>c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5672265" y="6674721"/>
              <a:ext cx="120030" cy="131428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700"/>
            </a:p>
          </p:txBody>
        </p:sp>
      </p:grpSp>
      <p:grpSp>
        <p:nvGrpSpPr>
          <p:cNvPr id="19" name="Group 18"/>
          <p:cNvGrpSpPr/>
          <p:nvPr userDrawn="1"/>
        </p:nvGrpSpPr>
        <p:grpSpPr>
          <a:xfrm>
            <a:off x="-4683" y="-1"/>
            <a:ext cx="506174" cy="921545"/>
            <a:chOff x="-2169" y="-1"/>
            <a:chExt cx="337449" cy="614363"/>
          </a:xfrm>
        </p:grpSpPr>
        <p:sp>
          <p:nvSpPr>
            <p:cNvPr id="20" name="Rectangle 19"/>
            <p:cNvSpPr/>
            <p:nvPr userDrawn="1"/>
          </p:nvSpPr>
          <p:spPr>
            <a:xfrm>
              <a:off x="-2168" y="-1"/>
              <a:ext cx="337448" cy="190501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-2169" y="112393"/>
              <a:ext cx="212671" cy="501969"/>
            </a:xfrm>
            <a:prstGeom prst="rect">
              <a:avLst/>
            </a:prstGeom>
            <a:solidFill>
              <a:srgbClr val="307F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348741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hyperlink" Target="http://127.0.0.1:5003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5697200" y="4152900"/>
            <a:ext cx="2514600" cy="1399639"/>
          </a:xfrm>
          <a:custGeom>
            <a:avLst/>
            <a:gdLst/>
            <a:ahLst/>
            <a:cxnLst/>
            <a:rect l="l" t="t" r="r" b="b"/>
            <a:pathLst>
              <a:path w="9356250" h="4572979">
                <a:moveTo>
                  <a:pt x="0" y="0"/>
                </a:moveTo>
                <a:lnTo>
                  <a:pt x="9356250" y="0"/>
                </a:lnTo>
                <a:lnTo>
                  <a:pt x="9356250" y="4572979"/>
                </a:lnTo>
                <a:lnTo>
                  <a:pt x="0" y="4572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rcRect/>
            <a:stretch>
              <a:fillRect t="-44864" r="-3084" b="-15538"/>
            </a:stretch>
          </a:blipFill>
        </p:spPr>
      </p:sp>
      <p:sp>
        <p:nvSpPr>
          <p:cNvPr id="8" name="Rectangle 7"/>
          <p:cNvSpPr/>
          <p:nvPr/>
        </p:nvSpPr>
        <p:spPr>
          <a:xfrm>
            <a:off x="14977708" y="8884994"/>
            <a:ext cx="3227165" cy="5155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ts val="3640"/>
              </a:lnSpc>
              <a:spcBef>
                <a:spcPct val="0"/>
              </a:spcBef>
            </a:pP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ristina" panose="03060402040406080204" pitchFamily="66" charset="0"/>
                <a:ea typeface="Fira Sans"/>
                <a:cs typeface="Fira Sans"/>
                <a:sym typeface="Fira Sans"/>
              </a:rPr>
              <a:t>Presented </a:t>
            </a:r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Pristina" panose="03060402040406080204" pitchFamily="66" charset="0"/>
                <a:ea typeface="Fira Sans"/>
                <a:cs typeface="Fira Sans"/>
                <a:sym typeface="Fira Sans"/>
              </a:rPr>
              <a:t>by</a:t>
            </a: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ristina" panose="03060402040406080204" pitchFamily="66" charset="0"/>
                <a:ea typeface="Fira Sans"/>
                <a:cs typeface="Fira Sans"/>
                <a:sym typeface="Fira Sans"/>
              </a:rPr>
              <a:t>: </a:t>
            </a:r>
            <a:r>
              <a:rPr lang="en-US" sz="2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Pristina" panose="03060402040406080204" pitchFamily="66" charset="0"/>
                <a:ea typeface="Fira Sans"/>
                <a:cs typeface="Fira Sans"/>
                <a:sym typeface="Fira Sans"/>
              </a:rPr>
              <a:t>Intern Pratik </a:t>
            </a:r>
            <a:r>
              <a: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Pristina" panose="03060402040406080204" pitchFamily="66" charset="0"/>
                <a:ea typeface="Fira Sans"/>
                <a:cs typeface="Fira Sans"/>
                <a:sym typeface="Fira Sans"/>
              </a:rPr>
              <a:t>Gaikwad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363" y="6134100"/>
            <a:ext cx="53162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HR-Skill Development Center</a:t>
            </a:r>
          </a:p>
          <a:p>
            <a:r>
              <a:rPr lang="en-US" sz="2800" b="1" dirty="0" smtClean="0">
                <a:solidFill>
                  <a:schemeClr val="accent1">
                    <a:lumMod val="20000"/>
                    <a:lumOff val="80000"/>
                  </a:schemeClr>
                </a:solidFill>
              </a:rPr>
              <a:t>TMCV PUNE</a:t>
            </a:r>
            <a:endParaRPr lang="en-IN" sz="28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38800" y="8877300"/>
            <a:ext cx="66143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Pristina" panose="03060402040406080204" pitchFamily="66" charset="0"/>
              </a:rPr>
              <a:t>Driving Skill Excellence through Digital Transformation</a:t>
            </a:r>
            <a:endParaRPr lang="en-IN" sz="2800" dirty="0">
              <a:solidFill>
                <a:schemeClr val="bg1"/>
              </a:solidFill>
              <a:latin typeface="Pristina" panose="0306040204040608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28600" y="5198596"/>
            <a:ext cx="5240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Digital Dashboard</a:t>
            </a:r>
            <a:endParaRPr lang="en-IN" sz="4000" b="1" dirty="0">
              <a:solidFill>
                <a:schemeClr val="accent1">
                  <a:lumMod val="20000"/>
                  <a:lumOff val="8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784407"/>
            <a:ext cx="6629400" cy="7294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Scenario  (</a:t>
            </a:r>
            <a:r>
              <a:rPr lang="en-US" sz="2400" b="1" dirty="0"/>
              <a:t>Manually </a:t>
            </a:r>
            <a:r>
              <a:rPr lang="en-US" sz="2400" b="1" dirty="0" smtClean="0"/>
              <a:t>work ) 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TNI Capturing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Target data analysis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Monthly Calendar Plan and Scheduling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Paper based attendance convert  </a:t>
            </a:r>
            <a:r>
              <a:rPr lang="en-US" sz="2400" dirty="0"/>
              <a:t>in </a:t>
            </a:r>
            <a:r>
              <a:rPr lang="en-US" sz="2400" dirty="0" smtClean="0"/>
              <a:t>Excel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Paper </a:t>
            </a:r>
            <a:r>
              <a:rPr lang="en-US" sz="2400" dirty="0" smtClean="0"/>
              <a:t>based CIRO feedback  </a:t>
            </a:r>
            <a:r>
              <a:rPr lang="en-US" sz="2400" dirty="0"/>
              <a:t>convert  in Excel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processing Plan Vs Actual training </a:t>
            </a:r>
            <a:r>
              <a:rPr lang="en-US" sz="2400" dirty="0"/>
              <a:t>status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Various report preparation refer current coverage  </a:t>
            </a:r>
            <a:endParaRPr lang="en-US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Limited real-time visibility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Need refresh after every entry </a:t>
            </a:r>
            <a:endParaRPr lang="en-US" sz="900" dirty="0"/>
          </a:p>
        </p:txBody>
      </p:sp>
      <p:sp>
        <p:nvSpPr>
          <p:cNvPr id="4" name="Rectangle 3"/>
          <p:cNvSpPr/>
          <p:nvPr/>
        </p:nvSpPr>
        <p:spPr>
          <a:xfrm>
            <a:off x="10210800" y="2892402"/>
            <a:ext cx="6629400" cy="50783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Journey 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Evolved </a:t>
            </a:r>
            <a:r>
              <a:rPr lang="en-IN" sz="2400" dirty="0" smtClean="0"/>
              <a:t>Web application addressing current Challenges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Centralised MYSQL  data base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Used Python as backend &amp; Flask as frame work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Used HTML CSS  and Bootstrap for front end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Used Chart.JS library to create interactive chart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4779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2095500"/>
            <a:ext cx="9144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300000"/>
              </a:lnSpc>
            </a:pPr>
            <a:r>
              <a:rPr lang="en-US" b="1" u="sng" dirty="0" smtClean="0">
                <a:solidFill>
                  <a:srgbClr val="42424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Sans"/>
              </a:rPr>
              <a:t>Next Steps on the Horizon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424242"/>
                </a:solidFill>
                <a:latin typeface="Segoe Sans"/>
              </a:rPr>
              <a:t>Infrastructure </a:t>
            </a:r>
            <a:r>
              <a:rPr lang="en-US" dirty="0">
                <a:solidFill>
                  <a:srgbClr val="424242"/>
                </a:solidFill>
                <a:latin typeface="Segoe Sans"/>
              </a:rPr>
              <a:t>&amp; Hosting Setup – Establish stable, secure, and scalable </a:t>
            </a:r>
            <a:r>
              <a:rPr lang="en-US" dirty="0" smtClean="0">
                <a:solidFill>
                  <a:srgbClr val="424242"/>
                </a:solidFill>
                <a:latin typeface="Segoe Sans"/>
              </a:rPr>
              <a:t>environment.</a:t>
            </a: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424242"/>
                </a:solidFill>
                <a:latin typeface="Segoe Sans"/>
              </a:rPr>
              <a:t>Deployment </a:t>
            </a:r>
            <a:r>
              <a:rPr lang="en-US" dirty="0">
                <a:solidFill>
                  <a:srgbClr val="424242"/>
                </a:solidFill>
                <a:latin typeface="Segoe Sans"/>
              </a:rPr>
              <a:t>Support – Follow company standards for proper deployment </a:t>
            </a:r>
            <a:endParaRPr lang="en-US" dirty="0" smtClean="0">
              <a:solidFill>
                <a:srgbClr val="424242"/>
              </a:solidFill>
              <a:latin typeface="Segoe Sans"/>
            </a:endParaRP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424242"/>
                </a:solidFill>
                <a:latin typeface="Segoe Sans"/>
              </a:rPr>
              <a:t>Automated </a:t>
            </a:r>
            <a:r>
              <a:rPr lang="en-US" dirty="0">
                <a:solidFill>
                  <a:srgbClr val="424242"/>
                </a:solidFill>
                <a:latin typeface="Segoe Sans"/>
              </a:rPr>
              <a:t>Email System – Enable alerts, reminders, and confirmations </a:t>
            </a:r>
            <a:endParaRPr lang="en-US" dirty="0" smtClean="0">
              <a:solidFill>
                <a:srgbClr val="424242"/>
              </a:solidFill>
              <a:latin typeface="Segoe Sans"/>
            </a:endParaRP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424242"/>
                </a:solidFill>
                <a:latin typeface="Segoe Sans"/>
              </a:rPr>
              <a:t>Historical </a:t>
            </a:r>
            <a:r>
              <a:rPr lang="en-US" dirty="0">
                <a:solidFill>
                  <a:srgbClr val="424242"/>
                </a:solidFill>
                <a:latin typeface="Segoe Sans"/>
              </a:rPr>
              <a:t>Data Integration – Incorporate past data into </a:t>
            </a:r>
            <a:r>
              <a:rPr lang="en-US" dirty="0" smtClean="0">
                <a:solidFill>
                  <a:srgbClr val="424242"/>
                </a:solidFill>
                <a:latin typeface="Segoe Sans"/>
              </a:rPr>
              <a:t>dashboard </a:t>
            </a:r>
            <a:r>
              <a:rPr lang="en-US" dirty="0">
                <a:solidFill>
                  <a:srgbClr val="424242"/>
                </a:solidFill>
                <a:latin typeface="Segoe Sans"/>
              </a:rPr>
              <a:t>standards </a:t>
            </a:r>
            <a:endParaRPr lang="en-US" dirty="0" smtClean="0">
              <a:solidFill>
                <a:srgbClr val="424242"/>
              </a:solidFill>
              <a:latin typeface="Segoe Sans"/>
            </a:endParaRPr>
          </a:p>
          <a:p>
            <a:pPr marL="342900" indent="-342900">
              <a:lnSpc>
                <a:spcPct val="300000"/>
              </a:lnSpc>
              <a:buFont typeface="Wingdings" panose="05000000000000000000" pitchFamily="2" charset="2"/>
              <a:buChar char="§"/>
            </a:pPr>
            <a:r>
              <a:rPr lang="en-US" dirty="0" smtClean="0">
                <a:solidFill>
                  <a:srgbClr val="424242"/>
                </a:solidFill>
                <a:latin typeface="Segoe Sans"/>
              </a:rPr>
              <a:t>Security </a:t>
            </a:r>
            <a:r>
              <a:rPr lang="en-US" dirty="0">
                <a:solidFill>
                  <a:srgbClr val="424242"/>
                </a:solidFill>
                <a:latin typeface="Segoe Sans"/>
              </a:rPr>
              <a:t>&amp; Data Protection – Ensure compliance and safeguard sensitive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42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62600" y="3771900"/>
            <a:ext cx="677492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ea typeface="Fira Sans Semi-Bold"/>
                <a:cs typeface="Fira Sans Semi-Bold"/>
                <a:sym typeface="Fira Sans Semi-Bold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0" y="1784407"/>
            <a:ext cx="6629400" cy="7294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Current Scenario  (</a:t>
            </a:r>
            <a:r>
              <a:rPr lang="en-US" sz="2400" b="1" dirty="0"/>
              <a:t>Manually </a:t>
            </a:r>
            <a:r>
              <a:rPr lang="en-US" sz="2400" b="1" dirty="0" smtClean="0"/>
              <a:t>work ) </a:t>
            </a:r>
            <a:endParaRPr lang="en-US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TNI Capturing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Target data analysis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Monthly Calendar Plan and Scheduling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Paper based attendance convert  </a:t>
            </a:r>
            <a:r>
              <a:rPr lang="en-US" sz="2400" dirty="0"/>
              <a:t>in </a:t>
            </a:r>
            <a:r>
              <a:rPr lang="en-US" sz="2400" dirty="0" smtClean="0"/>
              <a:t>Excel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Paper </a:t>
            </a:r>
            <a:r>
              <a:rPr lang="en-US" sz="2400" dirty="0" smtClean="0"/>
              <a:t>based CIRO feedback  </a:t>
            </a:r>
            <a:r>
              <a:rPr lang="en-US" sz="2400" dirty="0"/>
              <a:t>convert  in Excel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processing Plan Vs Actual training </a:t>
            </a:r>
            <a:r>
              <a:rPr lang="en-US" sz="2400" dirty="0"/>
              <a:t>status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Various report preparation refer current coverage  </a:t>
            </a:r>
            <a:endParaRPr lang="en-US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Limited real-time visibility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Need refresh after every entry </a:t>
            </a:r>
            <a:endParaRPr lang="en-US" sz="900" dirty="0"/>
          </a:p>
        </p:txBody>
      </p:sp>
      <p:sp>
        <p:nvSpPr>
          <p:cNvPr id="4" name="Rectangle 3"/>
          <p:cNvSpPr/>
          <p:nvPr/>
        </p:nvSpPr>
        <p:spPr>
          <a:xfrm>
            <a:off x="9982200" y="1784408"/>
            <a:ext cx="6629400" cy="72943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Development Journey </a:t>
            </a:r>
            <a:endParaRPr lang="en-IN" sz="24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Understand end to end process of Capability  development at TML</a:t>
            </a:r>
            <a:endParaRPr lang="en-IN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Study Current Data Management </a:t>
            </a:r>
            <a:endParaRPr lang="en-IN" sz="2400" dirty="0"/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Evolve Web application addressing current Challenges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Centralised MYSQL  data base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Used Python as backend &amp; Flask as frame work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Used HTML CSS  and Bootstrap for front end 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 smtClean="0"/>
              <a:t>Used Chart.JS library to create interactive chart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44815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441705904"/>
              </p:ext>
            </p:extLst>
          </p:nvPr>
        </p:nvGraphicFramePr>
        <p:xfrm>
          <a:off x="5105400" y="1333500"/>
          <a:ext cx="12420600" cy="812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hlinkClick r:id="rId7"/>
          </p:cNvPr>
          <p:cNvSpPr txBox="1"/>
          <p:nvPr/>
        </p:nvSpPr>
        <p:spPr>
          <a:xfrm>
            <a:off x="10941851" y="5197445"/>
            <a:ext cx="869149" cy="4001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20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</a:t>
            </a:r>
            <a:endParaRPr lang="en-IN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15399" y="3506113"/>
            <a:ext cx="162897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500" b="1" dirty="0">
                <a:solidFill>
                  <a:srgbClr val="002060"/>
                </a:solidFill>
              </a:rPr>
              <a:t>TNI </a:t>
            </a:r>
            <a:r>
              <a:rPr lang="en-IN" sz="2500" b="1" dirty="0" smtClean="0">
                <a:solidFill>
                  <a:srgbClr val="002060"/>
                </a:solidFill>
              </a:rPr>
              <a:t>&amp; </a:t>
            </a:r>
          </a:p>
          <a:p>
            <a:pPr algn="ctr"/>
            <a:r>
              <a:rPr lang="en-IN" sz="2500" b="1" dirty="0" smtClean="0">
                <a:solidFill>
                  <a:srgbClr val="002060"/>
                </a:solidFill>
              </a:rPr>
              <a:t>Scheduling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11766533" y="6540500"/>
            <a:ext cx="2103525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500" b="1" dirty="0">
                <a:solidFill>
                  <a:schemeClr val="bg1"/>
                </a:solidFill>
              </a:rPr>
              <a:t>Monitoring of </a:t>
            </a:r>
            <a:endParaRPr lang="en-IN" sz="2500" b="1" dirty="0" smtClean="0">
              <a:solidFill>
                <a:schemeClr val="bg1"/>
              </a:solidFill>
            </a:endParaRPr>
          </a:p>
          <a:p>
            <a:pPr algn="ctr"/>
            <a:r>
              <a:rPr lang="en-IN" sz="2500" b="1" dirty="0" smtClean="0">
                <a:solidFill>
                  <a:schemeClr val="bg1"/>
                </a:solidFill>
              </a:rPr>
              <a:t>Performance</a:t>
            </a:r>
            <a:endParaRPr lang="en-US" sz="2500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99595" y="6540500"/>
            <a:ext cx="30605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smtClean="0">
                <a:solidFill>
                  <a:srgbClr val="002060"/>
                </a:solidFill>
              </a:rPr>
              <a:t>Feedback</a:t>
            </a:r>
          </a:p>
          <a:p>
            <a:pPr algn="ctr"/>
            <a:r>
              <a:rPr lang="en-US" sz="2500" b="1" dirty="0" smtClean="0">
                <a:solidFill>
                  <a:srgbClr val="002060"/>
                </a:solidFill>
              </a:rPr>
              <a:t> </a:t>
            </a:r>
            <a:r>
              <a:rPr lang="en-US" sz="2500" b="1" dirty="0">
                <a:solidFill>
                  <a:srgbClr val="002060"/>
                </a:solidFill>
              </a:rPr>
              <a:t>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58008" y="3506113"/>
            <a:ext cx="237717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rgbClr val="002060"/>
                </a:solidFill>
              </a:rPr>
              <a:t>Digital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9800" y="1876335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Training Needs </a:t>
            </a:r>
            <a:r>
              <a:rPr lang="en-US" b="1" dirty="0" smtClean="0"/>
              <a:t>Identification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Automated </a:t>
            </a:r>
            <a:r>
              <a:rPr lang="en-US" b="1" dirty="0" smtClean="0"/>
              <a:t>Scheduling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QR based attendance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QR based CIRO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35185" y="7657584"/>
            <a:ext cx="32372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Real-time KPI </a:t>
            </a:r>
            <a:r>
              <a:rPr lang="en-US" b="1" dirty="0" smtClean="0"/>
              <a:t>Tracking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Data-Driven Decision </a:t>
            </a:r>
            <a:r>
              <a:rPr lang="en-US" b="1" dirty="0" smtClean="0"/>
              <a:t>Making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Transparency and </a:t>
            </a:r>
            <a:r>
              <a:rPr lang="en-US" b="1" dirty="0" smtClean="0"/>
              <a:t>Accountability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 smtClean="0"/>
              <a:t>Export-ready </a:t>
            </a:r>
            <a:r>
              <a:rPr lang="en-IN" b="1" dirty="0"/>
              <a:t>reports &amp; </a:t>
            </a:r>
            <a:r>
              <a:rPr lang="en-IN" b="1" dirty="0" smtClean="0"/>
              <a:t>smart </a:t>
            </a:r>
            <a:r>
              <a:rPr lang="en-IN" b="1" dirty="0"/>
              <a:t>filters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15754" y="1638300"/>
            <a:ext cx="32757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Centralized Training </a:t>
            </a:r>
            <a:r>
              <a:rPr lang="en-US" b="1" dirty="0" smtClean="0"/>
              <a:t>Records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Improved Accuracy and </a:t>
            </a:r>
            <a:r>
              <a:rPr lang="en-US" b="1" dirty="0" smtClean="0"/>
              <a:t>Compliance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Audit Readiness and </a:t>
            </a:r>
            <a:r>
              <a:rPr lang="en-US" b="1" dirty="0" smtClean="0"/>
              <a:t>Reporting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Transparency and Process Streamlining</a:t>
            </a:r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019800" y="7831722"/>
            <a:ext cx="31995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Continuous feedback </a:t>
            </a:r>
            <a:r>
              <a:rPr lang="en-IN" b="1" dirty="0" smtClean="0"/>
              <a:t>loop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Instant feedback </a:t>
            </a:r>
            <a:r>
              <a:rPr lang="en-IN" b="1" dirty="0" smtClean="0"/>
              <a:t>analytics</a:t>
            </a: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Data-driven improvement actions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4862" y="2858343"/>
            <a:ext cx="4010253" cy="507831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 Users </a:t>
            </a:r>
          </a:p>
          <a:p>
            <a:pPr>
              <a:lnSpc>
                <a:spcPct val="150000"/>
              </a:lnSpc>
            </a:pPr>
            <a:endParaRPr lang="en-US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Plant Head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Corporate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 Development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HR Head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Factory Head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Shop Floor Training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Coordinators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PSD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Team &amp;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Officer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Admin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64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58240" b="32941"/>
          <a:stretch/>
        </p:blipFill>
        <p:spPr>
          <a:xfrm>
            <a:off x="762000" y="1181099"/>
            <a:ext cx="16535400" cy="872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2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936013E872FC4C9A1E21DBB1119295" ma:contentTypeVersion="15" ma:contentTypeDescription="Create a new document." ma:contentTypeScope="" ma:versionID="ba5454af73d9472e8791900918226814">
  <xsd:schema xmlns:xsd="http://www.w3.org/2001/XMLSchema" xmlns:xs="http://www.w3.org/2001/XMLSchema" xmlns:p="http://schemas.microsoft.com/office/2006/metadata/properties" xmlns:ns2="5361a4f8-3b75-47c4-88d3-d6317ba8452d" xmlns:ns3="f63ea2db-e09b-49ca-b2f8-fde31520eefa" targetNamespace="http://schemas.microsoft.com/office/2006/metadata/properties" ma:root="true" ma:fieldsID="89e29fec0ffc971dcd0a9f35be7061c6" ns2:_="" ns3:_="">
    <xsd:import namespace="5361a4f8-3b75-47c4-88d3-d6317ba8452d"/>
    <xsd:import namespace="f63ea2db-e09b-49ca-b2f8-fde31520ee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1a4f8-3b75-47c4-88d3-d6317ba845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68910060-619e-40f5-9968-44ccfb98e2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ea2db-e09b-49ca-b2f8-fde31520eef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3132766-549c-4bc4-ae64-ff70f95c547c}" ma:internalName="TaxCatchAll" ma:showField="CatchAllData" ma:web="f63ea2db-e09b-49ca-b2f8-fde31520ee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361a4f8-3b75-47c4-88d3-d6317ba8452d">
      <Terms xmlns="http://schemas.microsoft.com/office/infopath/2007/PartnerControls"/>
    </lcf76f155ced4ddcb4097134ff3c332f>
    <TaxCatchAll xmlns="f63ea2db-e09b-49ca-b2f8-fde31520eefa" xsi:nil="true"/>
  </documentManagement>
</p:properties>
</file>

<file path=customXml/itemProps1.xml><?xml version="1.0" encoding="utf-8"?>
<ds:datastoreItem xmlns:ds="http://schemas.openxmlformats.org/officeDocument/2006/customXml" ds:itemID="{648769B0-1592-4746-95AD-B59681B15E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B20BC2F-1892-4025-B427-163CB4A6BE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61a4f8-3b75-47c4-88d3-d6317ba8452d"/>
    <ds:schemaRef ds:uri="f63ea2db-e09b-49ca-b2f8-fde31520ee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2154947-AE0F-4938-8F2D-235C325F6FD4}">
  <ds:schemaRefs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5361a4f8-3b75-47c4-88d3-d6317ba8452d"/>
    <ds:schemaRef ds:uri="f63ea2db-e09b-49ca-b2f8-fde31520eefa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6841</TotalTime>
  <Words>352</Words>
  <Application>Microsoft Office PowerPoint</Application>
  <PresentationFormat>Custom</PresentationFormat>
  <Paragraphs>81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Fira Sans</vt:lpstr>
      <vt:lpstr>Uni Neue Regular</vt:lpstr>
      <vt:lpstr>Segoe Sans</vt:lpstr>
      <vt:lpstr>Fira Sans Semi-Bold</vt:lpstr>
      <vt:lpstr>Calibri</vt:lpstr>
      <vt:lpstr>Pristina</vt:lpstr>
      <vt:lpstr>Calibri Light</vt:lpstr>
      <vt:lpstr>Arial</vt:lpstr>
      <vt:lpstr>Segoe UI Light</vt:lpstr>
      <vt:lpstr>Wingdings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Dashboard for Skill Development Centre</dc:title>
  <dc:creator>pratik gaikwad</dc:creator>
  <cp:lastModifiedBy>MOHAMMADIQBAL SAYYED [ TMCV, CV Operations, Pune ]</cp:lastModifiedBy>
  <cp:revision>37</cp:revision>
  <dcterms:created xsi:type="dcterms:W3CDTF">2006-08-16T00:00:00Z</dcterms:created>
  <dcterms:modified xsi:type="dcterms:W3CDTF">2025-12-03T11:32:41Z</dcterms:modified>
  <dc:identifier>DAGun-SoxKQ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0x01010016936013E872FC4C9A1E21DBB1119295</vt:lpwstr>
  </property>
  <property fmtid="{D5CDD505-2E9C-101B-9397-08002B2CF9AE}" pid="3" name="MediaServiceImageTags">
    <vt:lpwstr/>
  </property>
</Properties>
</file>